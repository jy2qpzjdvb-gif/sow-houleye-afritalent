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8" r:id="rId2"/>
    <p:sldId id="260" r:id="rId3"/>
    <p:sldId id="259" r:id="rId4"/>
    <p:sldId id="264" r:id="rId5"/>
    <p:sldId id="265" r:id="rId6"/>
    <p:sldId id="261" r:id="rId7"/>
    <p:sldId id="262" r:id="rId8"/>
    <p:sldId id="263" r:id="rId9"/>
    <p:sldId id="266" r:id="rId10"/>
    <p:sldId id="273" r:id="rId11"/>
    <p:sldId id="274" r:id="rId12"/>
    <p:sldId id="275" r:id="rId13"/>
    <p:sldId id="276" r:id="rId14"/>
    <p:sldId id="277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F38"/>
    <a:srgbClr val="142544"/>
    <a:srgbClr val="FD7210"/>
    <a:srgbClr val="00CC87"/>
    <a:srgbClr val="E16510"/>
    <a:srgbClr val="6DD3CA"/>
    <a:srgbClr val="B6D1C3"/>
    <a:srgbClr val="000613"/>
    <a:srgbClr val="FC9C00"/>
    <a:srgbClr val="E9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5"/>
    <p:restoredTop sz="94521"/>
  </p:normalViewPr>
  <p:slideViewPr>
    <p:cSldViewPr snapToGrid="0" snapToObjects="1">
      <p:cViewPr varScale="1">
        <p:scale>
          <a:sx n="63" d="100"/>
          <a:sy n="63" d="100"/>
        </p:scale>
        <p:origin x="184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52297-BB77-6F48-8EF5-06217687DD8E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CD1C5-50B7-384E-BC1D-8C9DD07A0D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65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2AD842-3988-944E-AB8B-28D6BCC22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7574168-889C-9C47-952F-AF8177CF7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FAF20A-7580-6D45-9826-382F4F5C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A14792-EE12-9847-ADE8-C9DE8848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594831-4197-9F42-ADCC-5810CDA9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160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7250A4-B138-4341-AB01-47CA2CC5E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1AD4E8-645D-7F4F-87AA-0B54D235D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1B5E1B-26CB-B143-BBDE-B247B844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0EF8F6-DEAB-6241-A5B5-DEC42AC2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DDBA24-DD30-D145-A841-925F1258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03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ED902-845C-554E-9F56-572BF92F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66EA59-617D-2644-A7B5-5461E3FFF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77CD09-04C8-9B4D-99EA-2335AF30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E9B5A1-C14D-0A46-962C-B3596C32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ACEB27-086F-7B4A-A737-A858BCD0F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92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8F5BF-EA5D-1D44-AAA2-47C3BDC1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280F68-648E-0C47-AB9C-05CA0BBFF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CA07C8-9D45-5048-A49F-A30F5B35F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A506AA1-8E5E-7C48-8801-86732C54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121C21-1D76-E046-97B8-FEFF945AE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56AE188-BEB7-6E4C-BF02-817AB64A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16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5E5CB2-6AC0-3B44-8B84-D2AB831D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638AFB-CF9B-B344-A920-302EB5A8D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966FF0-C851-B646-8423-481E734FE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72CA93-C2E5-DD4F-B858-DC79F321D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6FD4B0-1FE3-914B-80B4-CACDFF998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8C59783-5F22-AD49-A65C-316782C6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C3DE3B-153A-7D42-9D60-E0000E7A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0F2373-F37D-2E4C-8F28-C14B3275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76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AFFA52-2397-9848-965B-22216455F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AACA73-86EA-3340-85E7-DD9E61AF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35F4F8-1D8E-E44F-800B-99AA7760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8F7950-B79B-2B41-B655-1228F70B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841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2FD6558-D8D1-2543-BC72-7AC33687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79E403-29ED-104D-9B73-AEDDB5F0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2807E3E-01F6-8849-9233-DD2829C6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782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2D1997-903D-B844-9B76-048E1308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5B7549-5453-3C46-8F50-879D91061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C282E8-0D4E-1645-8570-C7C64BDB7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008D99-750A-9040-A91D-A0FC1D848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1FB8E4-E369-C746-BD41-7D6E24573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CBDD79-9AFC-5849-A6E2-67D7A684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352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F1E4D1-5C0A-5743-B9F7-3968351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5FD4A4-D832-104C-805A-601996A058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806919-03B8-2D4E-90FF-80E661D35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DDADE2-5648-894A-92CC-75139DBA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C50CE9-0BE6-4341-A45C-84D6FD846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E28525-E423-D447-A1CB-3B6E0745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247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9C42B4-B354-9C4A-9790-C651E697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268991-9D61-0749-A745-EC03C9A7D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2BE042-7817-1E48-B93D-CC6708B0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D0B99E-5F63-944C-AFBA-A181A4BB0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4C903A-5701-904E-BDDA-9CFFE7B7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066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F48A77-4857-AF4B-94D6-499D88C87C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0E53A6-6852-7345-9BE0-5D0E85FA8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B00162-B98A-0549-A49D-E7545C97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D1A601-E41C-CA44-AAB5-BD461278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34DBB8-ECFB-4541-BB93-57E3A579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951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6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 advClick="0" advTm="86373000">
        <p14:reveal/>
      </p:transition>
    </mc:Choice>
    <mc:Fallback xmlns="">
      <p:transition spd="slow" advClick="0" advTm="8637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3801102-EF6D-BE42-B916-34884682B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9AD884-FF44-EA4F-8998-30FEA1C7E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BA6517-2C28-094B-93E2-2863DE10B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2D6E2D-37F5-F04D-B4CA-E7693CDF1905}" type="datetimeFigureOut">
              <a:rPr lang="fr-FR" smtClean="0"/>
              <a:t>23/06/2026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6FBC9C-F88A-5A4F-9857-344CC5162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2D3C62-4EFC-5843-B808-6E4A8B37A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3D249F-16C9-274A-8EDE-8B3E34E4EB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293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y2qpzjdvb-gif.github.io/Sow-Houleye-AfriTalen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FC579-31E0-3A44-A32E-0D5E4CDD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820" y="-2293681"/>
            <a:ext cx="12472211" cy="1566743"/>
          </a:xfrm>
        </p:spPr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rgbClr val="142544"/>
                </a:solidFill>
              </a:rPr>
              <a:t>Sommaires</a:t>
            </a:r>
          </a:p>
        </p:txBody>
      </p:sp>
      <p:sp>
        <p:nvSpPr>
          <p:cNvPr id="67" name="Forme libre 66">
            <a:extLst>
              <a:ext uri="{FF2B5EF4-FFF2-40B4-BE49-F238E27FC236}">
                <a16:creationId xmlns:a16="http://schemas.microsoft.com/office/drawing/2014/main" id="{1906DE5E-011F-0D4E-A06D-795C1D354C06}"/>
              </a:ext>
            </a:extLst>
          </p:cNvPr>
          <p:cNvSpPr/>
          <p:nvPr/>
        </p:nvSpPr>
        <p:spPr>
          <a:xfrm rot="19838351" flipH="1">
            <a:off x="-295939" y="7048361"/>
            <a:ext cx="461300" cy="327201"/>
          </a:xfrm>
          <a:custGeom>
            <a:avLst/>
            <a:gdLst/>
            <a:ahLst/>
            <a:cxnLst/>
            <a:rect l="l" t="t" r="r" b="b"/>
            <a:pathLst>
              <a:path w="293308" h="323271">
                <a:moveTo>
                  <a:pt x="258545" y="0"/>
                </a:moveTo>
                <a:lnTo>
                  <a:pt x="278891" y="65551"/>
                </a:lnTo>
                <a:cubicBezTo>
                  <a:pt x="288344" y="111751"/>
                  <a:pt x="293308" y="159586"/>
                  <a:pt x="293308" y="208581"/>
                </a:cubicBezTo>
                <a:lnTo>
                  <a:pt x="282518" y="315634"/>
                </a:lnTo>
                <a:lnTo>
                  <a:pt x="230626" y="310402"/>
                </a:lnTo>
                <a:lnTo>
                  <a:pt x="102990" y="323271"/>
                </a:lnTo>
                <a:lnTo>
                  <a:pt x="69814" y="262142"/>
                </a:lnTo>
                <a:lnTo>
                  <a:pt x="0" y="177517"/>
                </a:lnTo>
                <a:lnTo>
                  <a:pt x="16837" y="157108"/>
                </a:lnTo>
                <a:cubicBezTo>
                  <a:pt x="81045" y="92893"/>
                  <a:pt x="157499" y="40926"/>
                  <a:pt x="242396" y="5013"/>
                </a:cubicBezTo>
                <a:lnTo>
                  <a:pt x="258545" y="0"/>
                </a:lnTo>
                <a:close/>
              </a:path>
            </a:pathLst>
          </a:custGeom>
          <a:solidFill>
            <a:srgbClr val="FD721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64" name="Forme libre 63">
            <a:extLst>
              <a:ext uri="{FF2B5EF4-FFF2-40B4-BE49-F238E27FC236}">
                <a16:creationId xmlns:a16="http://schemas.microsoft.com/office/drawing/2014/main" id="{942D2D72-E060-C94F-9EBC-8A9DF8DE8712}"/>
              </a:ext>
            </a:extLst>
          </p:cNvPr>
          <p:cNvSpPr/>
          <p:nvPr/>
        </p:nvSpPr>
        <p:spPr>
          <a:xfrm>
            <a:off x="5948760" y="3958030"/>
            <a:ext cx="147240" cy="98084"/>
          </a:xfrm>
          <a:custGeom>
            <a:avLst/>
            <a:gdLst/>
            <a:ahLst/>
            <a:cxnLst/>
            <a:rect l="l" t="t" r="r" b="b"/>
            <a:pathLst>
              <a:path w="147240" h="98084">
                <a:moveTo>
                  <a:pt x="44250" y="0"/>
                </a:moveTo>
                <a:lnTo>
                  <a:pt x="59626" y="1550"/>
                </a:lnTo>
                <a:lnTo>
                  <a:pt x="147240" y="28750"/>
                </a:lnTo>
                <a:lnTo>
                  <a:pt x="101650" y="42903"/>
                </a:lnTo>
                <a:lnTo>
                  <a:pt x="0" y="98084"/>
                </a:lnTo>
                <a:lnTo>
                  <a:pt x="11999" y="59425"/>
                </a:lnTo>
                <a:lnTo>
                  <a:pt x="44250" y="0"/>
                </a:lnTo>
                <a:close/>
              </a:path>
            </a:pathLst>
          </a:custGeom>
          <a:solidFill>
            <a:srgbClr val="142544">
              <a:alpha val="98226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3" name="Forme libre 62">
            <a:extLst>
              <a:ext uri="{FF2B5EF4-FFF2-40B4-BE49-F238E27FC236}">
                <a16:creationId xmlns:a16="http://schemas.microsoft.com/office/drawing/2014/main" id="{DAE7402A-AA1B-7E4F-B98B-740E0C48B522}"/>
              </a:ext>
            </a:extLst>
          </p:cNvPr>
          <p:cNvSpPr/>
          <p:nvPr/>
        </p:nvSpPr>
        <p:spPr>
          <a:xfrm>
            <a:off x="6096000" y="3958031"/>
            <a:ext cx="147238" cy="98083"/>
          </a:xfrm>
          <a:custGeom>
            <a:avLst/>
            <a:gdLst/>
            <a:ahLst/>
            <a:cxnLst/>
            <a:rect l="l" t="t" r="r" b="b"/>
            <a:pathLst>
              <a:path w="147238" h="98083">
                <a:moveTo>
                  <a:pt x="102989" y="0"/>
                </a:moveTo>
                <a:lnTo>
                  <a:pt x="135239" y="59425"/>
                </a:lnTo>
                <a:lnTo>
                  <a:pt x="147238" y="98083"/>
                </a:lnTo>
                <a:lnTo>
                  <a:pt x="45589" y="42903"/>
                </a:lnTo>
                <a:lnTo>
                  <a:pt x="0" y="28750"/>
                </a:lnTo>
                <a:lnTo>
                  <a:pt x="87613" y="1550"/>
                </a:lnTo>
                <a:lnTo>
                  <a:pt x="102989" y="0"/>
                </a:lnTo>
                <a:close/>
              </a:path>
            </a:pathLst>
          </a:custGeom>
          <a:solidFill>
            <a:srgbClr val="FF8400">
              <a:alpha val="50000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2" name="Forme libre 61">
            <a:extLst>
              <a:ext uri="{FF2B5EF4-FFF2-40B4-BE49-F238E27FC236}">
                <a16:creationId xmlns:a16="http://schemas.microsoft.com/office/drawing/2014/main" id="{447F684D-E143-B640-B730-02CC234E48E0}"/>
              </a:ext>
            </a:extLst>
          </p:cNvPr>
          <p:cNvSpPr/>
          <p:nvPr/>
        </p:nvSpPr>
        <p:spPr>
          <a:xfrm>
            <a:off x="6243238" y="4056114"/>
            <a:ext cx="88164" cy="163067"/>
          </a:xfrm>
          <a:custGeom>
            <a:avLst/>
            <a:gdLst/>
            <a:ahLst/>
            <a:cxnLst/>
            <a:rect l="l" t="t" r="r" b="b"/>
            <a:pathLst>
              <a:path w="88164" h="163067">
                <a:moveTo>
                  <a:pt x="0" y="0"/>
                </a:moveTo>
                <a:lnTo>
                  <a:pt x="18889" y="10254"/>
                </a:lnTo>
                <a:lnTo>
                  <a:pt x="88164" y="67418"/>
                </a:lnTo>
                <a:lnTo>
                  <a:pt x="36255" y="163067"/>
                </a:lnTo>
                <a:lnTo>
                  <a:pt x="29349" y="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58478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1" name="Forme libre 60">
            <a:extLst>
              <a:ext uri="{FF2B5EF4-FFF2-40B4-BE49-F238E27FC236}">
                <a16:creationId xmlns:a16="http://schemas.microsoft.com/office/drawing/2014/main" id="{44DA7989-4C5E-BC48-81D4-23977B97A833}"/>
              </a:ext>
            </a:extLst>
          </p:cNvPr>
          <p:cNvSpPr/>
          <p:nvPr/>
        </p:nvSpPr>
        <p:spPr>
          <a:xfrm>
            <a:off x="5860598" y="4056114"/>
            <a:ext cx="88163" cy="163066"/>
          </a:xfrm>
          <a:custGeom>
            <a:avLst/>
            <a:gdLst/>
            <a:ahLst/>
            <a:cxnLst/>
            <a:rect l="l" t="t" r="r" b="b"/>
            <a:pathLst>
              <a:path w="88163" h="163066">
                <a:moveTo>
                  <a:pt x="88163" y="0"/>
                </a:moveTo>
                <a:lnTo>
                  <a:pt x="58814" y="94559"/>
                </a:lnTo>
                <a:lnTo>
                  <a:pt x="51909" y="163066"/>
                </a:lnTo>
                <a:lnTo>
                  <a:pt x="0" y="67418"/>
                </a:lnTo>
                <a:lnTo>
                  <a:pt x="69275" y="10253"/>
                </a:lnTo>
                <a:lnTo>
                  <a:pt x="88163" y="0"/>
                </a:lnTo>
                <a:close/>
              </a:path>
            </a:pathLst>
          </a:custGeom>
          <a:solidFill>
            <a:srgbClr val="00CC87">
              <a:alpha val="83614"/>
            </a:srgb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0" name="Forme libre 59">
            <a:extLst>
              <a:ext uri="{FF2B5EF4-FFF2-40B4-BE49-F238E27FC236}">
                <a16:creationId xmlns:a16="http://schemas.microsoft.com/office/drawing/2014/main" id="{B28F5C60-6188-8E4F-A631-7C62908F004A}"/>
              </a:ext>
            </a:extLst>
          </p:cNvPr>
          <p:cNvSpPr/>
          <p:nvPr/>
        </p:nvSpPr>
        <p:spPr>
          <a:xfrm>
            <a:off x="5904995" y="4219180"/>
            <a:ext cx="104719" cy="125002"/>
          </a:xfrm>
          <a:custGeom>
            <a:avLst/>
            <a:gdLst/>
            <a:ahLst/>
            <a:cxnLst/>
            <a:rect l="l" t="t" r="r" b="b"/>
            <a:pathLst>
              <a:path w="104719" h="125002">
                <a:moveTo>
                  <a:pt x="7512" y="0"/>
                </a:moveTo>
                <a:lnTo>
                  <a:pt x="18888" y="20962"/>
                </a:lnTo>
                <a:lnTo>
                  <a:pt x="104719" y="125002"/>
                </a:lnTo>
                <a:lnTo>
                  <a:pt x="47993" y="119282"/>
                </a:lnTo>
                <a:lnTo>
                  <a:pt x="3107" y="105347"/>
                </a:lnTo>
                <a:lnTo>
                  <a:pt x="0" y="74523"/>
                </a:lnTo>
                <a:lnTo>
                  <a:pt x="7512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59" name="Forme libre 58">
            <a:extLst>
              <a:ext uri="{FF2B5EF4-FFF2-40B4-BE49-F238E27FC236}">
                <a16:creationId xmlns:a16="http://schemas.microsoft.com/office/drawing/2014/main" id="{219AC545-DB37-8B45-B934-5FD9D16D4B9E}"/>
              </a:ext>
            </a:extLst>
          </p:cNvPr>
          <p:cNvSpPr/>
          <p:nvPr/>
        </p:nvSpPr>
        <p:spPr>
          <a:xfrm>
            <a:off x="6182286" y="4219180"/>
            <a:ext cx="104718" cy="125002"/>
          </a:xfrm>
          <a:custGeom>
            <a:avLst/>
            <a:gdLst/>
            <a:ahLst/>
            <a:cxnLst/>
            <a:rect l="l" t="t" r="r" b="b"/>
            <a:pathLst>
              <a:path w="104718" h="125002">
                <a:moveTo>
                  <a:pt x="97207" y="0"/>
                </a:moveTo>
                <a:lnTo>
                  <a:pt x="104718" y="74523"/>
                </a:lnTo>
                <a:lnTo>
                  <a:pt x="101611" y="105347"/>
                </a:lnTo>
                <a:lnTo>
                  <a:pt x="56725" y="119282"/>
                </a:lnTo>
                <a:lnTo>
                  <a:pt x="0" y="125002"/>
                </a:lnTo>
                <a:lnTo>
                  <a:pt x="85830" y="20962"/>
                </a:lnTo>
                <a:lnTo>
                  <a:pt x="9720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55" name="Forme libre 54">
            <a:extLst>
              <a:ext uri="{FF2B5EF4-FFF2-40B4-BE49-F238E27FC236}">
                <a16:creationId xmlns:a16="http://schemas.microsoft.com/office/drawing/2014/main" id="{8C2DD0C7-D1D5-504D-ACBB-713534E919B5}"/>
              </a:ext>
            </a:extLst>
          </p:cNvPr>
          <p:cNvSpPr/>
          <p:nvPr/>
        </p:nvSpPr>
        <p:spPr>
          <a:xfrm>
            <a:off x="6009714" y="4344183"/>
            <a:ext cx="172573" cy="71519"/>
          </a:xfrm>
          <a:custGeom>
            <a:avLst/>
            <a:gdLst/>
            <a:ahLst/>
            <a:cxnLst/>
            <a:rect l="l" t="t" r="r" b="b"/>
            <a:pathLst>
              <a:path w="172573" h="71519">
                <a:moveTo>
                  <a:pt x="0" y="0"/>
                </a:moveTo>
                <a:lnTo>
                  <a:pt x="86286" y="8699"/>
                </a:lnTo>
                <a:lnTo>
                  <a:pt x="172573" y="0"/>
                </a:lnTo>
                <a:lnTo>
                  <a:pt x="171752" y="994"/>
                </a:lnTo>
                <a:lnTo>
                  <a:pt x="86286" y="71519"/>
                </a:lnTo>
                <a:lnTo>
                  <a:pt x="820" y="99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AEB98767-B93E-FC4B-B1D6-42B7A2700C72}"/>
              </a:ext>
            </a:extLst>
          </p:cNvPr>
          <p:cNvGrpSpPr/>
          <p:nvPr/>
        </p:nvGrpSpPr>
        <p:grpSpPr>
          <a:xfrm>
            <a:off x="4788318" y="6863587"/>
            <a:ext cx="940242" cy="1419406"/>
            <a:chOff x="5155759" y="3945162"/>
            <a:chExt cx="940242" cy="1419406"/>
          </a:xfrm>
        </p:grpSpPr>
        <p:sp>
          <p:nvSpPr>
            <p:cNvPr id="84" name="Forme libre 83">
              <a:extLst>
                <a:ext uri="{FF2B5EF4-FFF2-40B4-BE49-F238E27FC236}">
                  <a16:creationId xmlns:a16="http://schemas.microsoft.com/office/drawing/2014/main" id="{4695DDB8-E8A6-F242-B8F3-F7553F46373C}"/>
                </a:ext>
              </a:extLst>
            </p:cNvPr>
            <p:cNvSpPr/>
            <p:nvPr/>
          </p:nvSpPr>
          <p:spPr>
            <a:xfrm>
              <a:off x="5155759" y="3945162"/>
              <a:ext cx="837251" cy="1058245"/>
            </a:xfrm>
            <a:custGeom>
              <a:avLst/>
              <a:gdLst>
                <a:gd name="connsiteX0" fmla="*/ 709615 w 837251"/>
                <a:gd name="connsiteY0" fmla="*/ 0 h 1058245"/>
                <a:gd name="connsiteX1" fmla="*/ 837251 w 837251"/>
                <a:gd name="connsiteY1" fmla="*/ 12869 h 1058245"/>
                <a:gd name="connsiteX2" fmla="*/ 805000 w 837251"/>
                <a:gd name="connsiteY2" fmla="*/ 72294 h 1058245"/>
                <a:gd name="connsiteX3" fmla="*/ 793001 w 837251"/>
                <a:gd name="connsiteY3" fmla="*/ 110953 h 1058245"/>
                <a:gd name="connsiteX4" fmla="*/ 774113 w 837251"/>
                <a:gd name="connsiteY4" fmla="*/ 121206 h 1058245"/>
                <a:gd name="connsiteX5" fmla="*/ 704838 w 837251"/>
                <a:gd name="connsiteY5" fmla="*/ 178371 h 1058245"/>
                <a:gd name="connsiteX6" fmla="*/ 669092 w 837251"/>
                <a:gd name="connsiteY6" fmla="*/ 207867 h 1058245"/>
                <a:gd name="connsiteX7" fmla="*/ 585428 w 837251"/>
                <a:gd name="connsiteY7" fmla="*/ 309281 h 1058245"/>
                <a:gd name="connsiteX8" fmla="*/ 585428 w 837251"/>
                <a:gd name="connsiteY8" fmla="*/ 309281 h 1058245"/>
                <a:gd name="connsiteX9" fmla="*/ 582442 w 837251"/>
                <a:gd name="connsiteY9" fmla="*/ 312901 h 1058245"/>
                <a:gd name="connsiteX10" fmla="*/ 475668 w 837251"/>
                <a:gd name="connsiteY10" fmla="*/ 566673 h 1058245"/>
                <a:gd name="connsiteX11" fmla="*/ 472042 w 837251"/>
                <a:gd name="connsiteY11" fmla="*/ 602650 h 1058245"/>
                <a:gd name="connsiteX12" fmla="*/ 461251 w 837251"/>
                <a:gd name="connsiteY12" fmla="*/ 709703 h 1058245"/>
                <a:gd name="connsiteX13" fmla="*/ 517016 w 837251"/>
                <a:gd name="connsiteY13" fmla="*/ 985951 h 1058245"/>
                <a:gd name="connsiteX14" fmla="*/ 549267 w 837251"/>
                <a:gd name="connsiteY14" fmla="*/ 1045376 h 1058245"/>
                <a:gd name="connsiteX15" fmla="*/ 421630 w 837251"/>
                <a:gd name="connsiteY15" fmla="*/ 1058245 h 1058245"/>
                <a:gd name="connsiteX16" fmla="*/ 145415 w 837251"/>
                <a:gd name="connsiteY16" fmla="*/ 1002473 h 1058245"/>
                <a:gd name="connsiteX17" fmla="*/ 43767 w 837251"/>
                <a:gd name="connsiteY17" fmla="*/ 947293 h 1058245"/>
                <a:gd name="connsiteX18" fmla="*/ 14417 w 837251"/>
                <a:gd name="connsiteY18" fmla="*/ 852733 h 1058245"/>
                <a:gd name="connsiteX19" fmla="*/ 0 w 837251"/>
                <a:gd name="connsiteY19" fmla="*/ 709703 h 1058245"/>
                <a:gd name="connsiteX20" fmla="*/ 55765 w 837251"/>
                <a:gd name="connsiteY20" fmla="*/ 433455 h 1058245"/>
                <a:gd name="connsiteX21" fmla="*/ 57905 w 837251"/>
                <a:gd name="connsiteY21" fmla="*/ 429512 h 1058245"/>
                <a:gd name="connsiteX22" fmla="*/ 121191 w 837251"/>
                <a:gd name="connsiteY22" fmla="*/ 312901 h 1058245"/>
                <a:gd name="connsiteX23" fmla="*/ 312863 w 837251"/>
                <a:gd name="connsiteY23" fmla="*/ 121206 h 1058245"/>
                <a:gd name="connsiteX24" fmla="*/ 354803 w 837251"/>
                <a:gd name="connsiteY24" fmla="*/ 98440 h 1058245"/>
                <a:gd name="connsiteX25" fmla="*/ 354802 w 837251"/>
                <a:gd name="connsiteY25" fmla="*/ 98439 h 1058245"/>
                <a:gd name="connsiteX26" fmla="*/ 433400 w 837251"/>
                <a:gd name="connsiteY26" fmla="*/ 55772 h 1058245"/>
                <a:gd name="connsiteX27" fmla="*/ 566603 w 837251"/>
                <a:gd name="connsiteY27" fmla="*/ 14419 h 1058245"/>
                <a:gd name="connsiteX28" fmla="*/ 657723 w 837251"/>
                <a:gd name="connsiteY28" fmla="*/ 5232 h 1058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37251" h="1058245">
                  <a:moveTo>
                    <a:pt x="709615" y="0"/>
                  </a:moveTo>
                  <a:lnTo>
                    <a:pt x="837251" y="12869"/>
                  </a:lnTo>
                  <a:lnTo>
                    <a:pt x="805000" y="72294"/>
                  </a:lnTo>
                  <a:lnTo>
                    <a:pt x="793001" y="110953"/>
                  </a:lnTo>
                  <a:lnTo>
                    <a:pt x="774113" y="121206"/>
                  </a:lnTo>
                  <a:lnTo>
                    <a:pt x="704838" y="178371"/>
                  </a:lnTo>
                  <a:lnTo>
                    <a:pt x="669092" y="207867"/>
                  </a:lnTo>
                  <a:lnTo>
                    <a:pt x="585428" y="309281"/>
                  </a:lnTo>
                  <a:lnTo>
                    <a:pt x="585428" y="309281"/>
                  </a:lnTo>
                  <a:lnTo>
                    <a:pt x="582442" y="312901"/>
                  </a:lnTo>
                  <a:cubicBezTo>
                    <a:pt x="531433" y="388415"/>
                    <a:pt x="494574" y="474273"/>
                    <a:pt x="475668" y="566673"/>
                  </a:cubicBezTo>
                  <a:lnTo>
                    <a:pt x="472042" y="602650"/>
                  </a:lnTo>
                  <a:lnTo>
                    <a:pt x="461251" y="709703"/>
                  </a:lnTo>
                  <a:cubicBezTo>
                    <a:pt x="461251" y="807693"/>
                    <a:pt x="481108" y="901044"/>
                    <a:pt x="517016" y="985951"/>
                  </a:cubicBezTo>
                  <a:lnTo>
                    <a:pt x="549267" y="1045376"/>
                  </a:lnTo>
                  <a:lnTo>
                    <a:pt x="421630" y="1058245"/>
                  </a:lnTo>
                  <a:cubicBezTo>
                    <a:pt x="323653" y="1058245"/>
                    <a:pt x="230313" y="1038386"/>
                    <a:pt x="145415" y="1002473"/>
                  </a:cubicBezTo>
                  <a:lnTo>
                    <a:pt x="43767" y="947293"/>
                  </a:lnTo>
                  <a:lnTo>
                    <a:pt x="14417" y="852733"/>
                  </a:lnTo>
                  <a:cubicBezTo>
                    <a:pt x="4964" y="806533"/>
                    <a:pt x="0" y="758698"/>
                    <a:pt x="0" y="709703"/>
                  </a:cubicBezTo>
                  <a:cubicBezTo>
                    <a:pt x="0" y="611714"/>
                    <a:pt x="19857" y="518363"/>
                    <a:pt x="55765" y="433455"/>
                  </a:cubicBezTo>
                  <a:lnTo>
                    <a:pt x="57905" y="429512"/>
                  </a:lnTo>
                  <a:lnTo>
                    <a:pt x="121191" y="312901"/>
                  </a:lnTo>
                  <a:cubicBezTo>
                    <a:pt x="172201" y="237389"/>
                    <a:pt x="237360" y="172222"/>
                    <a:pt x="312863" y="121206"/>
                  </a:cubicBezTo>
                  <a:lnTo>
                    <a:pt x="354803" y="98440"/>
                  </a:lnTo>
                  <a:lnTo>
                    <a:pt x="354802" y="98439"/>
                  </a:lnTo>
                  <a:lnTo>
                    <a:pt x="433400" y="55772"/>
                  </a:lnTo>
                  <a:cubicBezTo>
                    <a:pt x="475849" y="37816"/>
                    <a:pt x="520409" y="23873"/>
                    <a:pt x="566603" y="14419"/>
                  </a:cubicBezTo>
                  <a:lnTo>
                    <a:pt x="657723" y="5232"/>
                  </a:lnTo>
                  <a:close/>
                </a:path>
              </a:pathLst>
            </a:custGeom>
            <a:solidFill>
              <a:srgbClr val="142544">
                <a:alpha val="98075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fr-FR" dirty="0"/>
            </a:p>
            <a:p>
              <a:endParaRPr lang="fr-FR" dirty="0"/>
            </a:p>
            <a:p>
              <a:r>
                <a:rPr lang="fr-FR" sz="2400" dirty="0"/>
                <a:t>⚙️</a:t>
              </a:r>
            </a:p>
          </p:txBody>
        </p:sp>
        <p:sp>
          <p:nvSpPr>
            <p:cNvPr id="23" name="Forme libre 22">
              <a:extLst>
                <a:ext uri="{FF2B5EF4-FFF2-40B4-BE49-F238E27FC236}">
                  <a16:creationId xmlns:a16="http://schemas.microsoft.com/office/drawing/2014/main" id="{DCA54F79-1961-7340-85CF-ED0121CA5495}"/>
                </a:ext>
              </a:extLst>
            </p:cNvPr>
            <p:cNvSpPr/>
            <p:nvPr/>
          </p:nvSpPr>
          <p:spPr>
            <a:xfrm>
              <a:off x="5199526" y="4892455"/>
              <a:ext cx="896475" cy="472113"/>
            </a:xfrm>
            <a:custGeom>
              <a:avLst/>
              <a:gdLst/>
              <a:ahLst/>
              <a:cxnLst/>
              <a:rect l="l" t="t" r="r" b="b"/>
              <a:pathLst>
                <a:path w="896475" h="472113">
                  <a:moveTo>
                    <a:pt x="0" y="0"/>
                  </a:moveTo>
                  <a:lnTo>
                    <a:pt x="101648" y="55180"/>
                  </a:lnTo>
                  <a:cubicBezTo>
                    <a:pt x="186546" y="91093"/>
                    <a:pt x="279886" y="110952"/>
                    <a:pt x="377863" y="110952"/>
                  </a:cubicBezTo>
                  <a:lnTo>
                    <a:pt x="505500" y="98083"/>
                  </a:lnTo>
                  <a:lnTo>
                    <a:pt x="538675" y="159212"/>
                  </a:lnTo>
                  <a:cubicBezTo>
                    <a:pt x="615189" y="272481"/>
                    <a:pt x="723540" y="362472"/>
                    <a:pt x="850885" y="416341"/>
                  </a:cubicBezTo>
                  <a:lnTo>
                    <a:pt x="896475" y="430495"/>
                  </a:lnTo>
                  <a:lnTo>
                    <a:pt x="808861" y="457694"/>
                  </a:lnTo>
                  <a:cubicBezTo>
                    <a:pt x="762667" y="467148"/>
                    <a:pt x="714838" y="472113"/>
                    <a:pt x="665849" y="472113"/>
                  </a:cubicBezTo>
                  <a:cubicBezTo>
                    <a:pt x="371917" y="472113"/>
                    <a:pt x="119724" y="293382"/>
                    <a:pt x="11998" y="3865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42544">
                <a:alpha val="97647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</p:grpSp>
      <p:sp>
        <p:nvSpPr>
          <p:cNvPr id="4" name="ZoneTexte 3">
            <a:extLst>
              <a:ext uri="{FF2B5EF4-FFF2-40B4-BE49-F238E27FC236}">
                <a16:creationId xmlns:a16="http://schemas.microsoft.com/office/drawing/2014/main" id="{7C5BFDF3-39EE-6946-AA86-E9FA0D83AD4D}"/>
              </a:ext>
            </a:extLst>
          </p:cNvPr>
          <p:cNvSpPr txBox="1"/>
          <p:nvPr/>
        </p:nvSpPr>
        <p:spPr>
          <a:xfrm rot="1434276">
            <a:off x="1516622" y="-1239005"/>
            <a:ext cx="3609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01</a:t>
            </a:r>
            <a:r>
              <a:rPr lang="fr-FR" sz="2400" dirty="0"/>
              <a:t>    Présentation du projet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6310BB-C46B-E442-AA11-CC4056827EED}"/>
              </a:ext>
            </a:extLst>
          </p:cNvPr>
          <p:cNvSpPr txBox="1"/>
          <p:nvPr/>
        </p:nvSpPr>
        <p:spPr>
          <a:xfrm rot="1326696">
            <a:off x="838199" y="-998569"/>
            <a:ext cx="2863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sz="2400" b="1" dirty="0">
                <a:solidFill>
                  <a:srgbClr val="FD7210"/>
                </a:solidFill>
              </a:rPr>
              <a:t>02</a:t>
            </a:r>
            <a:r>
              <a:rPr lang="fr-FR" sz="2400" dirty="0"/>
              <a:t>    Choix de design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0CFF57-8EF4-F443-A7D2-2C4D7630276C}"/>
              </a:ext>
            </a:extLst>
          </p:cNvPr>
          <p:cNvSpPr txBox="1"/>
          <p:nvPr/>
        </p:nvSpPr>
        <p:spPr>
          <a:xfrm rot="1922099">
            <a:off x="-592393" y="-1247675"/>
            <a:ext cx="3148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03</a:t>
            </a:r>
            <a:r>
              <a:rPr lang="fr-FR" sz="2400" dirty="0"/>
              <a:t>   Architecture du site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B7365B-A0B3-0D43-8C37-940E110066FA}"/>
              </a:ext>
            </a:extLst>
          </p:cNvPr>
          <p:cNvSpPr txBox="1"/>
          <p:nvPr/>
        </p:nvSpPr>
        <p:spPr>
          <a:xfrm rot="1096487">
            <a:off x="8200107" y="-1433893"/>
            <a:ext cx="3126658" cy="558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04</a:t>
            </a:r>
            <a:r>
              <a:rPr lang="fr-FR" sz="2400" dirty="0"/>
              <a:t>   Points techniques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854B23-56E4-8447-92E2-7F133AB31231}"/>
              </a:ext>
            </a:extLst>
          </p:cNvPr>
          <p:cNvSpPr txBox="1"/>
          <p:nvPr/>
        </p:nvSpPr>
        <p:spPr>
          <a:xfrm rot="18731132">
            <a:off x="12026603" y="3450159"/>
            <a:ext cx="37466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05  </a:t>
            </a:r>
            <a:r>
              <a:rPr lang="fr-FR" sz="2400" dirty="0"/>
              <a:t>GitHub déploiement  </a:t>
            </a:r>
          </a:p>
          <a:p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751734-C88A-D041-A05A-7CE672BDBA4C}"/>
              </a:ext>
            </a:extLst>
          </p:cNvPr>
          <p:cNvSpPr txBox="1"/>
          <p:nvPr/>
        </p:nvSpPr>
        <p:spPr>
          <a:xfrm rot="519213">
            <a:off x="10275701" y="7075858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06</a:t>
            </a:r>
            <a:r>
              <a:rPr lang="fr-FR" sz="2400" dirty="0"/>
              <a:t>  Difficultés et Solution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5BC6BC-83E1-ED4F-BD4F-C45EA398F8BA}"/>
              </a:ext>
            </a:extLst>
          </p:cNvPr>
          <p:cNvSpPr txBox="1"/>
          <p:nvPr/>
        </p:nvSpPr>
        <p:spPr>
          <a:xfrm rot="2585604">
            <a:off x="2620780" y="-1563322"/>
            <a:ext cx="390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D7210"/>
                </a:solidFill>
              </a:rPr>
              <a:t>08 </a:t>
            </a:r>
            <a:r>
              <a:rPr lang="fr-FR" sz="2400" dirty="0"/>
              <a:t>Conclusion &amp; Perspectives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3DA079D-0210-264F-B038-383DA9D92247}"/>
              </a:ext>
            </a:extLst>
          </p:cNvPr>
          <p:cNvSpPr txBox="1"/>
          <p:nvPr/>
        </p:nvSpPr>
        <p:spPr>
          <a:xfrm rot="1364397">
            <a:off x="4913289" y="-1174248"/>
            <a:ext cx="2890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07</a:t>
            </a:r>
            <a:r>
              <a:rPr lang="fr-FR" sz="2400" dirty="0"/>
              <a:t> Ressources utilisés</a:t>
            </a:r>
          </a:p>
          <a:p>
            <a:endParaRPr lang="fr-FR" dirty="0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7E3D2A2D-F3DD-6C46-A337-1647F32E9E26}"/>
              </a:ext>
            </a:extLst>
          </p:cNvPr>
          <p:cNvGrpSpPr/>
          <p:nvPr/>
        </p:nvGrpSpPr>
        <p:grpSpPr>
          <a:xfrm rot="17823562">
            <a:off x="3378956" y="7265659"/>
            <a:ext cx="1220677" cy="1391052"/>
            <a:chOff x="5581833" y="2943754"/>
            <a:chExt cx="1220677" cy="1391052"/>
          </a:xfrm>
        </p:grpSpPr>
        <p:sp>
          <p:nvSpPr>
            <p:cNvPr id="86" name="Forme libre 85">
              <a:extLst>
                <a:ext uri="{FF2B5EF4-FFF2-40B4-BE49-F238E27FC236}">
                  <a16:creationId xmlns:a16="http://schemas.microsoft.com/office/drawing/2014/main" id="{ABA156EC-F218-3344-A493-38AF559E2280}"/>
                </a:ext>
              </a:extLst>
            </p:cNvPr>
            <p:cNvSpPr/>
            <p:nvPr/>
          </p:nvSpPr>
          <p:spPr>
            <a:xfrm>
              <a:off x="5581833" y="2943754"/>
              <a:ext cx="1212210" cy="1391052"/>
            </a:xfrm>
            <a:custGeom>
              <a:avLst/>
              <a:gdLst>
                <a:gd name="connsiteX0" fmla="*/ 785111 w 1212210"/>
                <a:gd name="connsiteY0" fmla="*/ 1016919 h 1391052"/>
                <a:gd name="connsiteX1" fmla="*/ 876231 w 1212210"/>
                <a:gd name="connsiteY1" fmla="*/ 1026106 h 1391052"/>
                <a:gd name="connsiteX2" fmla="*/ 1009434 w 1212210"/>
                <a:gd name="connsiteY2" fmla="*/ 1067459 h 1391052"/>
                <a:gd name="connsiteX3" fmla="*/ 1088032 w 1212210"/>
                <a:gd name="connsiteY3" fmla="*/ 1110126 h 1391052"/>
                <a:gd name="connsiteX4" fmla="*/ 1004367 w 1212210"/>
                <a:gd name="connsiteY4" fmla="*/ 1211540 h 1391052"/>
                <a:gd name="connsiteX5" fmla="*/ 899346 w 1212210"/>
                <a:gd name="connsiteY5" fmla="*/ 1298201 h 1391052"/>
                <a:gd name="connsiteX6" fmla="*/ 857407 w 1212210"/>
                <a:gd name="connsiteY6" fmla="*/ 1320968 h 1391052"/>
                <a:gd name="connsiteX7" fmla="*/ 857407 w 1212210"/>
                <a:gd name="connsiteY7" fmla="*/ 1320968 h 1391052"/>
                <a:gd name="connsiteX8" fmla="*/ 778808 w 1212210"/>
                <a:gd name="connsiteY8" fmla="*/ 1363634 h 1391052"/>
                <a:gd name="connsiteX9" fmla="*/ 690491 w 1212210"/>
                <a:gd name="connsiteY9" fmla="*/ 1391052 h 1391052"/>
                <a:gd name="connsiteX10" fmla="*/ 693598 w 1212210"/>
                <a:gd name="connsiteY10" fmla="*/ 1360228 h 1391052"/>
                <a:gd name="connsiteX11" fmla="*/ 686087 w 1212210"/>
                <a:gd name="connsiteY11" fmla="*/ 1285705 h 1391052"/>
                <a:gd name="connsiteX12" fmla="*/ 737996 w 1212210"/>
                <a:gd name="connsiteY12" fmla="*/ 1190056 h 1391052"/>
                <a:gd name="connsiteX13" fmla="*/ 737997 w 1212210"/>
                <a:gd name="connsiteY13" fmla="*/ 1190056 h 1391052"/>
                <a:gd name="connsiteX14" fmla="*/ 740136 w 1212210"/>
                <a:gd name="connsiteY14" fmla="*/ 1186114 h 1391052"/>
                <a:gd name="connsiteX15" fmla="*/ 781484 w 1212210"/>
                <a:gd name="connsiteY15" fmla="*/ 1052896 h 1391052"/>
                <a:gd name="connsiteX16" fmla="*/ 1021205 w 1212210"/>
                <a:gd name="connsiteY16" fmla="*/ 650525 h 1391052"/>
                <a:gd name="connsiteX17" fmla="*/ 1164217 w 1212210"/>
                <a:gd name="connsiteY17" fmla="*/ 664944 h 1391052"/>
                <a:gd name="connsiteX18" fmla="*/ 1209103 w 1212210"/>
                <a:gd name="connsiteY18" fmla="*/ 678879 h 1391052"/>
                <a:gd name="connsiteX19" fmla="*/ 1212210 w 1212210"/>
                <a:gd name="connsiteY19" fmla="*/ 709703 h 1391052"/>
                <a:gd name="connsiteX20" fmla="*/ 1091019 w 1212210"/>
                <a:gd name="connsiteY20" fmla="*/ 1106505 h 1391052"/>
                <a:gd name="connsiteX21" fmla="*/ 1088033 w 1212210"/>
                <a:gd name="connsiteY21" fmla="*/ 1110125 h 1391052"/>
                <a:gd name="connsiteX22" fmla="*/ 1009435 w 1212210"/>
                <a:gd name="connsiteY22" fmla="*/ 1067458 h 1391052"/>
                <a:gd name="connsiteX23" fmla="*/ 876232 w 1212210"/>
                <a:gd name="connsiteY23" fmla="*/ 1026105 h 1391052"/>
                <a:gd name="connsiteX24" fmla="*/ 785112 w 1212210"/>
                <a:gd name="connsiteY24" fmla="*/ 1016918 h 1391052"/>
                <a:gd name="connsiteX25" fmla="*/ 795902 w 1212210"/>
                <a:gd name="connsiteY25" fmla="*/ 909865 h 1391052"/>
                <a:gd name="connsiteX26" fmla="*/ 781485 w 1212210"/>
                <a:gd name="connsiteY26" fmla="*/ 766835 h 1391052"/>
                <a:gd name="connsiteX27" fmla="*/ 761139 w 1212210"/>
                <a:gd name="connsiteY27" fmla="*/ 701284 h 1391052"/>
                <a:gd name="connsiteX28" fmla="*/ 878193 w 1212210"/>
                <a:gd name="connsiteY28" fmla="*/ 664944 h 1391052"/>
                <a:gd name="connsiteX29" fmla="*/ 1021205 w 1212210"/>
                <a:gd name="connsiteY29" fmla="*/ 650525 h 1391052"/>
                <a:gd name="connsiteX30" fmla="*/ 502594 w 1212210"/>
                <a:gd name="connsiteY30" fmla="*/ 0 h 1391052"/>
                <a:gd name="connsiteX31" fmla="*/ 1004368 w 1212210"/>
                <a:gd name="connsiteY31" fmla="*/ 207867 h 1391052"/>
                <a:gd name="connsiteX32" fmla="*/ 1005189 w 1212210"/>
                <a:gd name="connsiteY32" fmla="*/ 208862 h 1391052"/>
                <a:gd name="connsiteX33" fmla="*/ 918902 w 1212210"/>
                <a:gd name="connsiteY33" fmla="*/ 200162 h 1391052"/>
                <a:gd name="connsiteX34" fmla="*/ 522149 w 1212210"/>
                <a:gd name="connsiteY34" fmla="*/ 321368 h 1391052"/>
                <a:gd name="connsiteX35" fmla="*/ 502594 w 1212210"/>
                <a:gd name="connsiteY35" fmla="*/ 337504 h 1391052"/>
                <a:gd name="connsiteX36" fmla="*/ 483039 w 1212210"/>
                <a:gd name="connsiteY36" fmla="*/ 321368 h 1391052"/>
                <a:gd name="connsiteX37" fmla="*/ 86286 w 1212210"/>
                <a:gd name="connsiteY37" fmla="*/ 200162 h 1391052"/>
                <a:gd name="connsiteX38" fmla="*/ 0 w 1212210"/>
                <a:gd name="connsiteY38" fmla="*/ 208862 h 1391052"/>
                <a:gd name="connsiteX39" fmla="*/ 820 w 1212210"/>
                <a:gd name="connsiteY39" fmla="*/ 207867 h 1391052"/>
                <a:gd name="connsiteX40" fmla="*/ 502594 w 1212210"/>
                <a:gd name="connsiteY40" fmla="*/ 0 h 139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12210" h="1391052">
                  <a:moveTo>
                    <a:pt x="785111" y="1016919"/>
                  </a:moveTo>
                  <a:lnTo>
                    <a:pt x="876231" y="1026106"/>
                  </a:lnTo>
                  <a:cubicBezTo>
                    <a:pt x="922426" y="1035560"/>
                    <a:pt x="966985" y="1049503"/>
                    <a:pt x="1009434" y="1067459"/>
                  </a:cubicBezTo>
                  <a:lnTo>
                    <a:pt x="1088032" y="1110126"/>
                  </a:lnTo>
                  <a:lnTo>
                    <a:pt x="1004367" y="1211540"/>
                  </a:lnTo>
                  <a:cubicBezTo>
                    <a:pt x="972264" y="1243648"/>
                    <a:pt x="937098" y="1272693"/>
                    <a:pt x="899346" y="1298201"/>
                  </a:cubicBezTo>
                  <a:lnTo>
                    <a:pt x="857407" y="1320968"/>
                  </a:lnTo>
                  <a:lnTo>
                    <a:pt x="857407" y="1320968"/>
                  </a:lnTo>
                  <a:lnTo>
                    <a:pt x="778808" y="1363634"/>
                  </a:lnTo>
                  <a:lnTo>
                    <a:pt x="690491" y="1391052"/>
                  </a:lnTo>
                  <a:lnTo>
                    <a:pt x="693598" y="1360228"/>
                  </a:lnTo>
                  <a:lnTo>
                    <a:pt x="686087" y="1285705"/>
                  </a:lnTo>
                  <a:lnTo>
                    <a:pt x="737996" y="1190056"/>
                  </a:lnTo>
                  <a:lnTo>
                    <a:pt x="737997" y="1190056"/>
                  </a:lnTo>
                  <a:lnTo>
                    <a:pt x="740136" y="1186114"/>
                  </a:lnTo>
                  <a:cubicBezTo>
                    <a:pt x="758090" y="1143661"/>
                    <a:pt x="772032" y="1099096"/>
                    <a:pt x="781484" y="1052896"/>
                  </a:cubicBezTo>
                  <a:close/>
                  <a:moveTo>
                    <a:pt x="1021205" y="650525"/>
                  </a:moveTo>
                  <a:cubicBezTo>
                    <a:pt x="1070194" y="650525"/>
                    <a:pt x="1118023" y="655490"/>
                    <a:pt x="1164217" y="664944"/>
                  </a:cubicBezTo>
                  <a:lnTo>
                    <a:pt x="1209103" y="678879"/>
                  </a:lnTo>
                  <a:lnTo>
                    <a:pt x="1212210" y="709703"/>
                  </a:lnTo>
                  <a:cubicBezTo>
                    <a:pt x="1212210" y="856687"/>
                    <a:pt x="1167533" y="993235"/>
                    <a:pt x="1091019" y="1106505"/>
                  </a:cubicBezTo>
                  <a:lnTo>
                    <a:pt x="1088033" y="1110125"/>
                  </a:lnTo>
                  <a:lnTo>
                    <a:pt x="1009435" y="1067458"/>
                  </a:lnTo>
                  <a:cubicBezTo>
                    <a:pt x="966986" y="1049502"/>
                    <a:pt x="922427" y="1035559"/>
                    <a:pt x="876232" y="1026105"/>
                  </a:cubicBezTo>
                  <a:lnTo>
                    <a:pt x="785112" y="1016918"/>
                  </a:lnTo>
                  <a:lnTo>
                    <a:pt x="795902" y="909865"/>
                  </a:lnTo>
                  <a:cubicBezTo>
                    <a:pt x="795902" y="860870"/>
                    <a:pt x="790938" y="813035"/>
                    <a:pt x="781485" y="766835"/>
                  </a:cubicBezTo>
                  <a:lnTo>
                    <a:pt x="761139" y="701284"/>
                  </a:lnTo>
                  <a:lnTo>
                    <a:pt x="878193" y="664944"/>
                  </a:lnTo>
                  <a:cubicBezTo>
                    <a:pt x="924387" y="655490"/>
                    <a:pt x="972216" y="650525"/>
                    <a:pt x="1021205" y="650525"/>
                  </a:cubicBezTo>
                  <a:close/>
                  <a:moveTo>
                    <a:pt x="502594" y="0"/>
                  </a:moveTo>
                  <a:cubicBezTo>
                    <a:pt x="698549" y="0"/>
                    <a:pt x="875953" y="79436"/>
                    <a:pt x="1004368" y="207867"/>
                  </a:cubicBezTo>
                  <a:lnTo>
                    <a:pt x="1005189" y="208862"/>
                  </a:lnTo>
                  <a:lnTo>
                    <a:pt x="918902" y="200162"/>
                  </a:lnTo>
                  <a:cubicBezTo>
                    <a:pt x="771936" y="200162"/>
                    <a:pt x="635405" y="244845"/>
                    <a:pt x="522149" y="321368"/>
                  </a:cubicBezTo>
                  <a:lnTo>
                    <a:pt x="502594" y="337504"/>
                  </a:lnTo>
                  <a:lnTo>
                    <a:pt x="483039" y="321368"/>
                  </a:lnTo>
                  <a:cubicBezTo>
                    <a:pt x="369784" y="244845"/>
                    <a:pt x="233252" y="200162"/>
                    <a:pt x="86286" y="200162"/>
                  </a:cubicBezTo>
                  <a:lnTo>
                    <a:pt x="0" y="208862"/>
                  </a:lnTo>
                  <a:lnTo>
                    <a:pt x="820" y="207867"/>
                  </a:lnTo>
                  <a:cubicBezTo>
                    <a:pt x="129235" y="79436"/>
                    <a:pt x="306639" y="0"/>
                    <a:pt x="502594" y="0"/>
                  </a:cubicBezTo>
                  <a:close/>
                </a:path>
              </a:pathLst>
            </a:custGeom>
            <a:solidFill>
              <a:srgbClr val="E1651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wrap="square">
              <a:noAutofit/>
            </a:bodyPr>
            <a:lstStyle/>
            <a:p>
              <a:pPr algn="ctr"/>
              <a:endParaRPr lang="fr-FR" dirty="0"/>
            </a:p>
          </p:txBody>
        </p:sp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5A43F5FD-0256-384C-BBCB-462091840B35}"/>
                </a:ext>
              </a:extLst>
            </p:cNvPr>
            <p:cNvGrpSpPr/>
            <p:nvPr/>
          </p:nvGrpSpPr>
          <p:grpSpPr>
            <a:xfrm>
              <a:off x="6009714" y="2943754"/>
              <a:ext cx="792796" cy="757329"/>
              <a:chOff x="6009714" y="2943754"/>
              <a:chExt cx="792796" cy="757329"/>
            </a:xfrm>
          </p:grpSpPr>
          <p:sp>
            <p:nvSpPr>
              <p:cNvPr id="71" name="Forme libre 70">
                <a:extLst>
                  <a:ext uri="{FF2B5EF4-FFF2-40B4-BE49-F238E27FC236}">
                    <a16:creationId xmlns:a16="http://schemas.microsoft.com/office/drawing/2014/main" id="{80A415D4-2FE4-204A-9F34-C2E92B42416F}"/>
                  </a:ext>
                </a:extLst>
              </p:cNvPr>
              <p:cNvSpPr/>
              <p:nvPr/>
            </p:nvSpPr>
            <p:spPr>
              <a:xfrm>
                <a:off x="6009714" y="3133636"/>
                <a:ext cx="792796" cy="567447"/>
              </a:xfrm>
              <a:custGeom>
                <a:avLst/>
                <a:gdLst/>
                <a:ahLst/>
                <a:cxnLst/>
                <a:rect l="l" t="t" r="r" b="b"/>
                <a:pathLst>
                  <a:path w="706509" h="501122">
                    <a:moveTo>
                      <a:pt x="416308" y="0"/>
                    </a:moveTo>
                    <a:lnTo>
                      <a:pt x="502595" y="8700"/>
                    </a:lnTo>
                    <a:lnTo>
                      <a:pt x="588425" y="112739"/>
                    </a:lnTo>
                    <a:cubicBezTo>
                      <a:pt x="639434" y="188252"/>
                      <a:pt x="676294" y="274111"/>
                      <a:pt x="695199" y="366511"/>
                    </a:cubicBezTo>
                    <a:lnTo>
                      <a:pt x="706509" y="478717"/>
                    </a:lnTo>
                    <a:lnTo>
                      <a:pt x="661623" y="464782"/>
                    </a:lnTo>
                    <a:cubicBezTo>
                      <a:pt x="615429" y="455328"/>
                      <a:pt x="567600" y="450363"/>
                      <a:pt x="518611" y="450363"/>
                    </a:cubicBezTo>
                    <a:cubicBezTo>
                      <a:pt x="469622" y="450363"/>
                      <a:pt x="421793" y="455328"/>
                      <a:pt x="375599" y="464782"/>
                    </a:cubicBezTo>
                    <a:lnTo>
                      <a:pt x="258545" y="501122"/>
                    </a:lnTo>
                    <a:lnTo>
                      <a:pt x="237543" y="433455"/>
                    </a:lnTo>
                    <a:cubicBezTo>
                      <a:pt x="201635" y="348547"/>
                      <a:pt x="149674" y="272083"/>
                      <a:pt x="85466" y="207867"/>
                    </a:cubicBezTo>
                    <a:lnTo>
                      <a:pt x="0" y="137342"/>
                    </a:lnTo>
                    <a:lnTo>
                      <a:pt x="19555" y="121206"/>
                    </a:lnTo>
                    <a:cubicBezTo>
                      <a:pt x="132811" y="44683"/>
                      <a:pt x="269342" y="0"/>
                      <a:pt x="416308" y="0"/>
                    </a:cubicBezTo>
                    <a:close/>
                  </a:path>
                </a:pathLst>
              </a:custGeom>
              <a:solidFill>
                <a:srgbClr val="E16510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7FD7778-FFDF-DA46-B8DA-5ACEAADC7FB0}"/>
                  </a:ext>
                </a:extLst>
              </p:cNvPr>
              <p:cNvSpPr txBox="1"/>
              <p:nvPr/>
            </p:nvSpPr>
            <p:spPr>
              <a:xfrm>
                <a:off x="6057527" y="2943754"/>
                <a:ext cx="4924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fr-FR" sz="2400" dirty="0"/>
                  <a:t>👩‍💻</a:t>
                </a:r>
              </a:p>
            </p:txBody>
          </p:sp>
        </p:grp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578956C-CA14-1C4E-9CAD-FE2C1AC156E2}"/>
              </a:ext>
            </a:extLst>
          </p:cNvPr>
          <p:cNvGrpSpPr/>
          <p:nvPr/>
        </p:nvGrpSpPr>
        <p:grpSpPr>
          <a:xfrm rot="16891882">
            <a:off x="-1051256" y="7277521"/>
            <a:ext cx="1408442" cy="1005107"/>
            <a:chOff x="4968428" y="3133636"/>
            <a:chExt cx="1408442" cy="1005107"/>
          </a:xfrm>
        </p:grpSpPr>
        <p:sp>
          <p:nvSpPr>
            <p:cNvPr id="82" name="Forme libre 81">
              <a:extLst>
                <a:ext uri="{FF2B5EF4-FFF2-40B4-BE49-F238E27FC236}">
                  <a16:creationId xmlns:a16="http://schemas.microsoft.com/office/drawing/2014/main" id="{7CE82C11-BFD9-7543-91DE-5DCB1041213F}"/>
                </a:ext>
              </a:extLst>
            </p:cNvPr>
            <p:cNvSpPr/>
            <p:nvPr/>
          </p:nvSpPr>
          <p:spPr>
            <a:xfrm>
              <a:off x="4968428" y="3148849"/>
              <a:ext cx="1408442" cy="989894"/>
            </a:xfrm>
            <a:custGeom>
              <a:avLst/>
              <a:gdLst>
                <a:gd name="connsiteX0" fmla="*/ 1356550 w 1408442"/>
                <a:gd name="connsiteY0" fmla="*/ 811524 h 989894"/>
                <a:gd name="connsiteX1" fmla="*/ 1408442 w 1408442"/>
                <a:gd name="connsiteY1" fmla="*/ 816756 h 989894"/>
                <a:gd name="connsiteX2" fmla="*/ 1404815 w 1408442"/>
                <a:gd name="connsiteY2" fmla="*/ 852733 h 989894"/>
                <a:gd name="connsiteX3" fmla="*/ 1363467 w 1408442"/>
                <a:gd name="connsiteY3" fmla="*/ 985951 h 989894"/>
                <a:gd name="connsiteX4" fmla="*/ 1361327 w 1408442"/>
                <a:gd name="connsiteY4" fmla="*/ 989894 h 989894"/>
                <a:gd name="connsiteX5" fmla="*/ 1292052 w 1408442"/>
                <a:gd name="connsiteY5" fmla="*/ 932730 h 989894"/>
                <a:gd name="connsiteX6" fmla="*/ 1273163 w 1408442"/>
                <a:gd name="connsiteY6" fmla="*/ 922476 h 989894"/>
                <a:gd name="connsiteX7" fmla="*/ 1261164 w 1408442"/>
                <a:gd name="connsiteY7" fmla="*/ 883818 h 989894"/>
                <a:gd name="connsiteX8" fmla="*/ 1228914 w 1408442"/>
                <a:gd name="connsiteY8" fmla="*/ 824393 h 989894"/>
                <a:gd name="connsiteX9" fmla="*/ 623330 w 1408442"/>
                <a:gd name="connsiteY9" fmla="*/ 8700 h 989894"/>
                <a:gd name="connsiteX10" fmla="*/ 537499 w 1408442"/>
                <a:gd name="connsiteY10" fmla="*/ 112739 h 989894"/>
                <a:gd name="connsiteX11" fmla="*/ 430725 w 1408442"/>
                <a:gd name="connsiteY11" fmla="*/ 366511 h 989894"/>
                <a:gd name="connsiteX12" fmla="*/ 419415 w 1408442"/>
                <a:gd name="connsiteY12" fmla="*/ 478717 h 989894"/>
                <a:gd name="connsiteX13" fmla="*/ 331098 w 1408442"/>
                <a:gd name="connsiteY13" fmla="*/ 506135 h 989894"/>
                <a:gd name="connsiteX14" fmla="*/ 18888 w 1408442"/>
                <a:gd name="connsiteY14" fmla="*/ 763264 h 989894"/>
                <a:gd name="connsiteX15" fmla="*/ 7512 w 1408442"/>
                <a:gd name="connsiteY15" fmla="*/ 784226 h 989894"/>
                <a:gd name="connsiteX16" fmla="*/ 0 w 1408442"/>
                <a:gd name="connsiteY16" fmla="*/ 709703 h 989894"/>
                <a:gd name="connsiteX17" fmla="*/ 566604 w 1408442"/>
                <a:gd name="connsiteY17" fmla="*/ 14419 h 989894"/>
                <a:gd name="connsiteX18" fmla="*/ 709617 w 1408442"/>
                <a:gd name="connsiteY18" fmla="*/ 0 h 989894"/>
                <a:gd name="connsiteX19" fmla="*/ 1106370 w 1408442"/>
                <a:gd name="connsiteY19" fmla="*/ 121206 h 989894"/>
                <a:gd name="connsiteX20" fmla="*/ 1125925 w 1408442"/>
                <a:gd name="connsiteY20" fmla="*/ 137342 h 989894"/>
                <a:gd name="connsiteX21" fmla="*/ 1040459 w 1408442"/>
                <a:gd name="connsiteY21" fmla="*/ 207867 h 989894"/>
                <a:gd name="connsiteX22" fmla="*/ 1040458 w 1408442"/>
                <a:gd name="connsiteY22" fmla="*/ 207867 h 989894"/>
                <a:gd name="connsiteX23" fmla="*/ 1125924 w 1408442"/>
                <a:gd name="connsiteY23" fmla="*/ 137343 h 989894"/>
                <a:gd name="connsiteX24" fmla="*/ 1211390 w 1408442"/>
                <a:gd name="connsiteY24" fmla="*/ 207868 h 989894"/>
                <a:gd name="connsiteX25" fmla="*/ 1363467 w 1408442"/>
                <a:gd name="connsiteY25" fmla="*/ 433456 h 989894"/>
                <a:gd name="connsiteX26" fmla="*/ 1384469 w 1408442"/>
                <a:gd name="connsiteY26" fmla="*/ 501123 h 989894"/>
                <a:gd name="connsiteX27" fmla="*/ 1368320 w 1408442"/>
                <a:gd name="connsiteY27" fmla="*/ 506136 h 989894"/>
                <a:gd name="connsiteX28" fmla="*/ 1142761 w 1408442"/>
                <a:gd name="connsiteY28" fmla="*/ 658231 h 989894"/>
                <a:gd name="connsiteX29" fmla="*/ 1125924 w 1408442"/>
                <a:gd name="connsiteY29" fmla="*/ 678640 h 989894"/>
                <a:gd name="connsiteX30" fmla="*/ 1109087 w 1408442"/>
                <a:gd name="connsiteY30" fmla="*/ 658231 h 989894"/>
                <a:gd name="connsiteX31" fmla="*/ 883528 w 1408442"/>
                <a:gd name="connsiteY31" fmla="*/ 506136 h 989894"/>
                <a:gd name="connsiteX32" fmla="*/ 867379 w 1408442"/>
                <a:gd name="connsiteY32" fmla="*/ 501123 h 989894"/>
                <a:gd name="connsiteX33" fmla="*/ 867379 w 1408442"/>
                <a:gd name="connsiteY33" fmla="*/ 501122 h 989894"/>
                <a:gd name="connsiteX34" fmla="*/ 750326 w 1408442"/>
                <a:gd name="connsiteY34" fmla="*/ 464782 h 989894"/>
                <a:gd name="connsiteX35" fmla="*/ 607314 w 1408442"/>
                <a:gd name="connsiteY35" fmla="*/ 450363 h 989894"/>
                <a:gd name="connsiteX36" fmla="*/ 464302 w 1408442"/>
                <a:gd name="connsiteY36" fmla="*/ 464782 h 989894"/>
                <a:gd name="connsiteX37" fmla="*/ 419416 w 1408442"/>
                <a:gd name="connsiteY37" fmla="*/ 478717 h 989894"/>
                <a:gd name="connsiteX38" fmla="*/ 430726 w 1408442"/>
                <a:gd name="connsiteY38" fmla="*/ 366511 h 989894"/>
                <a:gd name="connsiteX39" fmla="*/ 537500 w 1408442"/>
                <a:gd name="connsiteY39" fmla="*/ 112739 h 989894"/>
                <a:gd name="connsiteX40" fmla="*/ 623331 w 1408442"/>
                <a:gd name="connsiteY40" fmla="*/ 8700 h 98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08442" h="989894">
                  <a:moveTo>
                    <a:pt x="1356550" y="811524"/>
                  </a:moveTo>
                  <a:lnTo>
                    <a:pt x="1408442" y="816756"/>
                  </a:lnTo>
                  <a:lnTo>
                    <a:pt x="1404815" y="852733"/>
                  </a:lnTo>
                  <a:cubicBezTo>
                    <a:pt x="1395363" y="898933"/>
                    <a:pt x="1381421" y="943498"/>
                    <a:pt x="1363467" y="985951"/>
                  </a:cubicBezTo>
                  <a:lnTo>
                    <a:pt x="1361327" y="989894"/>
                  </a:lnTo>
                  <a:lnTo>
                    <a:pt x="1292052" y="932730"/>
                  </a:lnTo>
                  <a:lnTo>
                    <a:pt x="1273163" y="922476"/>
                  </a:lnTo>
                  <a:lnTo>
                    <a:pt x="1261164" y="883818"/>
                  </a:lnTo>
                  <a:lnTo>
                    <a:pt x="1228914" y="824393"/>
                  </a:lnTo>
                  <a:close/>
                  <a:moveTo>
                    <a:pt x="623330" y="8700"/>
                  </a:moveTo>
                  <a:lnTo>
                    <a:pt x="537499" y="112739"/>
                  </a:lnTo>
                  <a:cubicBezTo>
                    <a:pt x="486490" y="188252"/>
                    <a:pt x="449631" y="274111"/>
                    <a:pt x="430725" y="366511"/>
                  </a:cubicBezTo>
                  <a:lnTo>
                    <a:pt x="419415" y="478717"/>
                  </a:lnTo>
                  <a:lnTo>
                    <a:pt x="331098" y="506135"/>
                  </a:lnTo>
                  <a:cubicBezTo>
                    <a:pt x="203753" y="560005"/>
                    <a:pt x="95402" y="649995"/>
                    <a:pt x="18888" y="763264"/>
                  </a:cubicBezTo>
                  <a:lnTo>
                    <a:pt x="7512" y="784226"/>
                  </a:lnTo>
                  <a:lnTo>
                    <a:pt x="0" y="709703"/>
                  </a:lnTo>
                  <a:cubicBezTo>
                    <a:pt x="0" y="366740"/>
                    <a:pt x="243244" y="80596"/>
                    <a:pt x="566604" y="14419"/>
                  </a:cubicBezTo>
                  <a:close/>
                  <a:moveTo>
                    <a:pt x="709617" y="0"/>
                  </a:moveTo>
                  <a:cubicBezTo>
                    <a:pt x="856583" y="0"/>
                    <a:pt x="993115" y="44683"/>
                    <a:pt x="1106370" y="121206"/>
                  </a:cubicBezTo>
                  <a:lnTo>
                    <a:pt x="1125925" y="137342"/>
                  </a:lnTo>
                  <a:lnTo>
                    <a:pt x="1040459" y="207867"/>
                  </a:lnTo>
                  <a:lnTo>
                    <a:pt x="1040458" y="207867"/>
                  </a:lnTo>
                  <a:lnTo>
                    <a:pt x="1125924" y="137343"/>
                  </a:lnTo>
                  <a:lnTo>
                    <a:pt x="1211390" y="207868"/>
                  </a:lnTo>
                  <a:cubicBezTo>
                    <a:pt x="1275598" y="272084"/>
                    <a:pt x="1327559" y="348548"/>
                    <a:pt x="1363467" y="433456"/>
                  </a:cubicBezTo>
                  <a:lnTo>
                    <a:pt x="1384469" y="501123"/>
                  </a:lnTo>
                  <a:lnTo>
                    <a:pt x="1368320" y="506136"/>
                  </a:lnTo>
                  <a:cubicBezTo>
                    <a:pt x="1283423" y="542049"/>
                    <a:pt x="1206969" y="594016"/>
                    <a:pt x="1142761" y="658231"/>
                  </a:cubicBezTo>
                  <a:lnTo>
                    <a:pt x="1125924" y="678640"/>
                  </a:lnTo>
                  <a:lnTo>
                    <a:pt x="1109087" y="658231"/>
                  </a:lnTo>
                  <a:cubicBezTo>
                    <a:pt x="1044880" y="594016"/>
                    <a:pt x="968425" y="542049"/>
                    <a:pt x="883528" y="506136"/>
                  </a:cubicBezTo>
                  <a:lnTo>
                    <a:pt x="867379" y="501123"/>
                  </a:lnTo>
                  <a:lnTo>
                    <a:pt x="867379" y="501122"/>
                  </a:lnTo>
                  <a:lnTo>
                    <a:pt x="750326" y="464782"/>
                  </a:lnTo>
                  <a:cubicBezTo>
                    <a:pt x="704132" y="455328"/>
                    <a:pt x="656303" y="450363"/>
                    <a:pt x="607314" y="450363"/>
                  </a:cubicBezTo>
                  <a:cubicBezTo>
                    <a:pt x="558325" y="450363"/>
                    <a:pt x="510496" y="455328"/>
                    <a:pt x="464302" y="464782"/>
                  </a:cubicBezTo>
                  <a:lnTo>
                    <a:pt x="419416" y="478717"/>
                  </a:lnTo>
                  <a:lnTo>
                    <a:pt x="430726" y="366511"/>
                  </a:lnTo>
                  <a:cubicBezTo>
                    <a:pt x="449632" y="274111"/>
                    <a:pt x="486491" y="188252"/>
                    <a:pt x="537500" y="112739"/>
                  </a:cubicBezTo>
                  <a:lnTo>
                    <a:pt x="623331" y="8700"/>
                  </a:lnTo>
                  <a:close/>
                </a:path>
              </a:pathLst>
            </a:custGeom>
            <a:solidFill>
              <a:srgbClr val="FD721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DD162C7-A52E-7E41-9EAD-BE586CF4E136}"/>
                </a:ext>
              </a:extLst>
            </p:cNvPr>
            <p:cNvSpPr txBox="1"/>
            <p:nvPr/>
          </p:nvSpPr>
          <p:spPr>
            <a:xfrm>
              <a:off x="5383161" y="3133636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🎨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CA8AAEF-3B54-F64A-97B7-70DF9503454B}"/>
              </a:ext>
            </a:extLst>
          </p:cNvPr>
          <p:cNvGrpSpPr/>
          <p:nvPr/>
        </p:nvGrpSpPr>
        <p:grpSpPr>
          <a:xfrm rot="13403036">
            <a:off x="1083774" y="6755899"/>
            <a:ext cx="1324033" cy="1155840"/>
            <a:chOff x="4867773" y="3584000"/>
            <a:chExt cx="1331217" cy="1308455"/>
          </a:xfrm>
        </p:grpSpPr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7439624B-E3E8-6246-B1A0-E22E3182760E}"/>
                </a:ext>
              </a:extLst>
            </p:cNvPr>
            <p:cNvSpPr/>
            <p:nvPr/>
          </p:nvSpPr>
          <p:spPr>
            <a:xfrm>
              <a:off x="4867773" y="3584000"/>
              <a:ext cx="1331217" cy="1308455"/>
            </a:xfrm>
            <a:custGeom>
              <a:avLst/>
              <a:gdLst>
                <a:gd name="connsiteX0" fmla="*/ 1228227 w 1331217"/>
                <a:gd name="connsiteY0" fmla="*/ 228276 h 1308455"/>
                <a:gd name="connsiteX1" fmla="*/ 1298041 w 1331217"/>
                <a:gd name="connsiteY1" fmla="*/ 312901 h 1308455"/>
                <a:gd name="connsiteX2" fmla="*/ 1331217 w 1331217"/>
                <a:gd name="connsiteY2" fmla="*/ 374030 h 1308455"/>
                <a:gd name="connsiteX3" fmla="*/ 1315841 w 1331217"/>
                <a:gd name="connsiteY3" fmla="*/ 375580 h 1308455"/>
                <a:gd name="connsiteX4" fmla="*/ 1228228 w 1331217"/>
                <a:gd name="connsiteY4" fmla="*/ 402780 h 1308455"/>
                <a:gd name="connsiteX5" fmla="*/ 1140614 w 1331217"/>
                <a:gd name="connsiteY5" fmla="*/ 375580 h 1308455"/>
                <a:gd name="connsiteX6" fmla="*/ 1125238 w 1331217"/>
                <a:gd name="connsiteY6" fmla="*/ 374030 h 1308455"/>
                <a:gd name="connsiteX7" fmla="*/ 1158413 w 1331217"/>
                <a:gd name="connsiteY7" fmla="*/ 312901 h 1308455"/>
                <a:gd name="connsiteX8" fmla="*/ 521717 w 1331217"/>
                <a:gd name="connsiteY8" fmla="*/ 28355 h 1308455"/>
                <a:gd name="connsiteX9" fmla="*/ 518610 w 1331217"/>
                <a:gd name="connsiteY9" fmla="*/ 59179 h 1308455"/>
                <a:gd name="connsiteX10" fmla="*/ 639801 w 1331217"/>
                <a:gd name="connsiteY10" fmla="*/ 455981 h 1308455"/>
                <a:gd name="connsiteX11" fmla="*/ 642788 w 1331217"/>
                <a:gd name="connsiteY11" fmla="*/ 459601 h 1308455"/>
                <a:gd name="connsiteX12" fmla="*/ 600848 w 1331217"/>
                <a:gd name="connsiteY12" fmla="*/ 482368 h 1308455"/>
                <a:gd name="connsiteX13" fmla="*/ 409176 w 1331217"/>
                <a:gd name="connsiteY13" fmla="*/ 674063 h 1308455"/>
                <a:gd name="connsiteX14" fmla="*/ 345891 w 1331217"/>
                <a:gd name="connsiteY14" fmla="*/ 790674 h 1308455"/>
                <a:gd name="connsiteX15" fmla="*/ 345891 w 1331217"/>
                <a:gd name="connsiteY15" fmla="*/ 790674 h 1308455"/>
                <a:gd name="connsiteX16" fmla="*/ 343751 w 1331217"/>
                <a:gd name="connsiteY16" fmla="*/ 794617 h 1308455"/>
                <a:gd name="connsiteX17" fmla="*/ 287986 w 1331217"/>
                <a:gd name="connsiteY17" fmla="*/ 1070865 h 1308455"/>
                <a:gd name="connsiteX18" fmla="*/ 302403 w 1331217"/>
                <a:gd name="connsiteY18" fmla="*/ 1213895 h 1308455"/>
                <a:gd name="connsiteX19" fmla="*/ 331753 w 1331217"/>
                <a:gd name="connsiteY19" fmla="*/ 1308455 h 1308455"/>
                <a:gd name="connsiteX20" fmla="*/ 312863 w 1331217"/>
                <a:gd name="connsiteY20" fmla="*/ 1298201 h 1308455"/>
                <a:gd name="connsiteX21" fmla="*/ 0 w 1331217"/>
                <a:gd name="connsiteY21" fmla="*/ 709704 h 1308455"/>
                <a:gd name="connsiteX22" fmla="*/ 55765 w 1331217"/>
                <a:gd name="connsiteY22" fmla="*/ 433456 h 1308455"/>
                <a:gd name="connsiteX23" fmla="*/ 109814 w 1331217"/>
                <a:gd name="connsiteY23" fmla="*/ 333866 h 1308455"/>
                <a:gd name="connsiteX24" fmla="*/ 109814 w 1331217"/>
                <a:gd name="connsiteY24" fmla="*/ 333864 h 1308455"/>
                <a:gd name="connsiteX25" fmla="*/ 121190 w 1331217"/>
                <a:gd name="connsiteY25" fmla="*/ 312902 h 1308455"/>
                <a:gd name="connsiteX26" fmla="*/ 433400 w 1331217"/>
                <a:gd name="connsiteY26" fmla="*/ 55773 h 1308455"/>
                <a:gd name="connsiteX27" fmla="*/ 709616 w 1331217"/>
                <a:gd name="connsiteY27" fmla="*/ 0 h 1308455"/>
                <a:gd name="connsiteX28" fmla="*/ 852628 w 1331217"/>
                <a:gd name="connsiteY28" fmla="*/ 14419 h 1308455"/>
                <a:gd name="connsiteX29" fmla="*/ 969682 w 1331217"/>
                <a:gd name="connsiteY29" fmla="*/ 50759 h 1308455"/>
                <a:gd name="connsiteX30" fmla="*/ 969681 w 1331217"/>
                <a:gd name="connsiteY30" fmla="*/ 50760 h 1308455"/>
                <a:gd name="connsiteX31" fmla="*/ 985830 w 1331217"/>
                <a:gd name="connsiteY31" fmla="*/ 55773 h 1308455"/>
                <a:gd name="connsiteX32" fmla="*/ 1211389 w 1331217"/>
                <a:gd name="connsiteY32" fmla="*/ 207868 h 1308455"/>
                <a:gd name="connsiteX33" fmla="*/ 1228226 w 1331217"/>
                <a:gd name="connsiteY33" fmla="*/ 228277 h 1308455"/>
                <a:gd name="connsiteX34" fmla="*/ 1158412 w 1331217"/>
                <a:gd name="connsiteY34" fmla="*/ 312902 h 1308455"/>
                <a:gd name="connsiteX35" fmla="*/ 1125237 w 1331217"/>
                <a:gd name="connsiteY35" fmla="*/ 374031 h 1308455"/>
                <a:gd name="connsiteX36" fmla="*/ 997601 w 1331217"/>
                <a:gd name="connsiteY36" fmla="*/ 361162 h 1308455"/>
                <a:gd name="connsiteX37" fmla="*/ 945709 w 1331217"/>
                <a:gd name="connsiteY37" fmla="*/ 366394 h 1308455"/>
                <a:gd name="connsiteX38" fmla="*/ 945709 w 1331217"/>
                <a:gd name="connsiteY38" fmla="*/ 366393 h 1308455"/>
                <a:gd name="connsiteX39" fmla="*/ 854590 w 1331217"/>
                <a:gd name="connsiteY39" fmla="*/ 375580 h 1308455"/>
                <a:gd name="connsiteX40" fmla="*/ 721387 w 1331217"/>
                <a:gd name="connsiteY40" fmla="*/ 416933 h 1308455"/>
                <a:gd name="connsiteX41" fmla="*/ 642789 w 1331217"/>
                <a:gd name="connsiteY41" fmla="*/ 459600 h 1308455"/>
                <a:gd name="connsiteX42" fmla="*/ 639802 w 1331217"/>
                <a:gd name="connsiteY42" fmla="*/ 455980 h 1308455"/>
                <a:gd name="connsiteX43" fmla="*/ 518611 w 1331217"/>
                <a:gd name="connsiteY43" fmla="*/ 59178 h 1308455"/>
                <a:gd name="connsiteX44" fmla="*/ 521718 w 1331217"/>
                <a:gd name="connsiteY44" fmla="*/ 28354 h 1308455"/>
                <a:gd name="connsiteX45" fmla="*/ 566604 w 1331217"/>
                <a:gd name="connsiteY45" fmla="*/ 14419 h 1308455"/>
                <a:gd name="connsiteX46" fmla="*/ 709616 w 1331217"/>
                <a:gd name="connsiteY46" fmla="*/ 0 h 130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331217" h="1308455">
                  <a:moveTo>
                    <a:pt x="1228227" y="228276"/>
                  </a:moveTo>
                  <a:lnTo>
                    <a:pt x="1298041" y="312901"/>
                  </a:lnTo>
                  <a:lnTo>
                    <a:pt x="1331217" y="374030"/>
                  </a:lnTo>
                  <a:lnTo>
                    <a:pt x="1315841" y="375580"/>
                  </a:lnTo>
                  <a:lnTo>
                    <a:pt x="1228228" y="402780"/>
                  </a:lnTo>
                  <a:lnTo>
                    <a:pt x="1140614" y="375580"/>
                  </a:lnTo>
                  <a:lnTo>
                    <a:pt x="1125238" y="374030"/>
                  </a:lnTo>
                  <a:lnTo>
                    <a:pt x="1158413" y="312901"/>
                  </a:lnTo>
                  <a:close/>
                  <a:moveTo>
                    <a:pt x="521717" y="28355"/>
                  </a:moveTo>
                  <a:lnTo>
                    <a:pt x="518610" y="59179"/>
                  </a:lnTo>
                  <a:cubicBezTo>
                    <a:pt x="518610" y="206163"/>
                    <a:pt x="563288" y="342711"/>
                    <a:pt x="639801" y="455981"/>
                  </a:cubicBezTo>
                  <a:lnTo>
                    <a:pt x="642788" y="459601"/>
                  </a:lnTo>
                  <a:lnTo>
                    <a:pt x="600848" y="482368"/>
                  </a:lnTo>
                  <a:cubicBezTo>
                    <a:pt x="525345" y="533384"/>
                    <a:pt x="460186" y="598551"/>
                    <a:pt x="409176" y="674063"/>
                  </a:cubicBezTo>
                  <a:lnTo>
                    <a:pt x="345891" y="790674"/>
                  </a:lnTo>
                  <a:lnTo>
                    <a:pt x="345891" y="790674"/>
                  </a:lnTo>
                  <a:lnTo>
                    <a:pt x="343751" y="794617"/>
                  </a:lnTo>
                  <a:cubicBezTo>
                    <a:pt x="307843" y="879525"/>
                    <a:pt x="287986" y="972876"/>
                    <a:pt x="287986" y="1070865"/>
                  </a:cubicBezTo>
                  <a:cubicBezTo>
                    <a:pt x="287986" y="1119860"/>
                    <a:pt x="292950" y="1167695"/>
                    <a:pt x="302403" y="1213895"/>
                  </a:cubicBezTo>
                  <a:lnTo>
                    <a:pt x="331753" y="1308455"/>
                  </a:lnTo>
                  <a:lnTo>
                    <a:pt x="312863" y="1298201"/>
                  </a:lnTo>
                  <a:cubicBezTo>
                    <a:pt x="124104" y="1170662"/>
                    <a:pt x="0" y="954678"/>
                    <a:pt x="0" y="709704"/>
                  </a:cubicBezTo>
                  <a:cubicBezTo>
                    <a:pt x="0" y="611715"/>
                    <a:pt x="19857" y="518363"/>
                    <a:pt x="55765" y="433456"/>
                  </a:cubicBezTo>
                  <a:lnTo>
                    <a:pt x="109814" y="333866"/>
                  </a:lnTo>
                  <a:lnTo>
                    <a:pt x="109814" y="333864"/>
                  </a:lnTo>
                  <a:lnTo>
                    <a:pt x="121190" y="312902"/>
                  </a:lnTo>
                  <a:cubicBezTo>
                    <a:pt x="197704" y="199633"/>
                    <a:pt x="306055" y="109643"/>
                    <a:pt x="433400" y="55773"/>
                  </a:cubicBezTo>
                  <a:close/>
                  <a:moveTo>
                    <a:pt x="709616" y="0"/>
                  </a:moveTo>
                  <a:cubicBezTo>
                    <a:pt x="758605" y="0"/>
                    <a:pt x="806434" y="4965"/>
                    <a:pt x="852628" y="14419"/>
                  </a:cubicBezTo>
                  <a:lnTo>
                    <a:pt x="969682" y="50759"/>
                  </a:lnTo>
                  <a:lnTo>
                    <a:pt x="969681" y="50760"/>
                  </a:lnTo>
                  <a:lnTo>
                    <a:pt x="985830" y="55773"/>
                  </a:lnTo>
                  <a:cubicBezTo>
                    <a:pt x="1070727" y="91686"/>
                    <a:pt x="1147182" y="143653"/>
                    <a:pt x="1211389" y="207868"/>
                  </a:cubicBezTo>
                  <a:lnTo>
                    <a:pt x="1228226" y="228277"/>
                  </a:lnTo>
                  <a:lnTo>
                    <a:pt x="1158412" y="312902"/>
                  </a:lnTo>
                  <a:lnTo>
                    <a:pt x="1125237" y="374031"/>
                  </a:lnTo>
                  <a:lnTo>
                    <a:pt x="997601" y="361162"/>
                  </a:lnTo>
                  <a:lnTo>
                    <a:pt x="945709" y="366394"/>
                  </a:lnTo>
                  <a:lnTo>
                    <a:pt x="945709" y="366393"/>
                  </a:lnTo>
                  <a:lnTo>
                    <a:pt x="854590" y="375580"/>
                  </a:lnTo>
                  <a:cubicBezTo>
                    <a:pt x="808396" y="385034"/>
                    <a:pt x="763836" y="398977"/>
                    <a:pt x="721387" y="416933"/>
                  </a:cubicBezTo>
                  <a:lnTo>
                    <a:pt x="642789" y="459600"/>
                  </a:lnTo>
                  <a:lnTo>
                    <a:pt x="639802" y="455980"/>
                  </a:lnTo>
                  <a:cubicBezTo>
                    <a:pt x="563289" y="342710"/>
                    <a:pt x="518611" y="206162"/>
                    <a:pt x="518611" y="59178"/>
                  </a:cubicBezTo>
                  <a:lnTo>
                    <a:pt x="521718" y="28354"/>
                  </a:lnTo>
                  <a:lnTo>
                    <a:pt x="566604" y="14419"/>
                  </a:lnTo>
                  <a:cubicBezTo>
                    <a:pt x="612798" y="4965"/>
                    <a:pt x="660627" y="0"/>
                    <a:pt x="709616" y="0"/>
                  </a:cubicBezTo>
                  <a:close/>
                </a:path>
              </a:pathLst>
            </a:custGeom>
            <a:solidFill>
              <a:srgbClr val="FD7210">
                <a:alpha val="74227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E7230D3-928C-5147-939B-0B4B03BD3EE3}"/>
                </a:ext>
              </a:extLst>
            </p:cNvPr>
            <p:cNvSpPr txBox="1"/>
            <p:nvPr/>
          </p:nvSpPr>
          <p:spPr>
            <a:xfrm>
              <a:off x="5162419" y="3628589"/>
              <a:ext cx="492442" cy="522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400" dirty="0"/>
                <a:t>🏛️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05664A06-26AD-5E40-A7B5-8EFFF3991992}"/>
              </a:ext>
            </a:extLst>
          </p:cNvPr>
          <p:cNvGrpSpPr/>
          <p:nvPr/>
        </p:nvGrpSpPr>
        <p:grpSpPr>
          <a:xfrm>
            <a:off x="9158641" y="6922015"/>
            <a:ext cx="1375468" cy="1286546"/>
            <a:chOff x="5629457" y="4111478"/>
            <a:chExt cx="1375468" cy="1286546"/>
          </a:xfrm>
        </p:grpSpPr>
        <p:sp>
          <p:nvSpPr>
            <p:cNvPr id="85" name="Forme libre 84">
              <a:extLst>
                <a:ext uri="{FF2B5EF4-FFF2-40B4-BE49-F238E27FC236}">
                  <a16:creationId xmlns:a16="http://schemas.microsoft.com/office/drawing/2014/main" id="{9DCAC6BB-B2AE-5E4B-9AB4-33CE8D0A97A8}"/>
                </a:ext>
              </a:extLst>
            </p:cNvPr>
            <p:cNvSpPr/>
            <p:nvPr/>
          </p:nvSpPr>
          <p:spPr>
            <a:xfrm>
              <a:off x="5629457" y="4111478"/>
              <a:ext cx="1375468" cy="1241035"/>
            </a:xfrm>
            <a:custGeom>
              <a:avLst/>
              <a:gdLst>
                <a:gd name="connsiteX0" fmla="*/ 1375468 w 1375468"/>
                <a:gd name="connsiteY0" fmla="*/ 768922 h 1241035"/>
                <a:gd name="connsiteX1" fmla="*/ 1363469 w 1375468"/>
                <a:gd name="connsiteY1" fmla="*/ 807580 h 1241035"/>
                <a:gd name="connsiteX2" fmla="*/ 709618 w 1375468"/>
                <a:gd name="connsiteY2" fmla="*/ 1241035 h 1241035"/>
                <a:gd name="connsiteX3" fmla="*/ 566606 w 1375468"/>
                <a:gd name="connsiteY3" fmla="*/ 1226616 h 1241035"/>
                <a:gd name="connsiteX4" fmla="*/ 478993 w 1375468"/>
                <a:gd name="connsiteY4" fmla="*/ 1199417 h 1241035"/>
                <a:gd name="connsiteX5" fmla="*/ 524582 w 1375468"/>
                <a:gd name="connsiteY5" fmla="*/ 1185263 h 1241035"/>
                <a:gd name="connsiteX6" fmla="*/ 836792 w 1375468"/>
                <a:gd name="connsiteY6" fmla="*/ 928134 h 1241035"/>
                <a:gd name="connsiteX7" fmla="*/ 869967 w 1375468"/>
                <a:gd name="connsiteY7" fmla="*/ 867006 h 1241035"/>
                <a:gd name="connsiteX8" fmla="*/ 997603 w 1375468"/>
                <a:gd name="connsiteY8" fmla="*/ 879874 h 1241035"/>
                <a:gd name="connsiteX9" fmla="*/ 1273818 w 1375468"/>
                <a:gd name="connsiteY9" fmla="*/ 824102 h 1241035"/>
                <a:gd name="connsiteX10" fmla="*/ 478991 w 1375468"/>
                <a:gd name="connsiteY10" fmla="*/ 651598 h 1241035"/>
                <a:gd name="connsiteX11" fmla="*/ 495828 w 1375468"/>
                <a:gd name="connsiteY11" fmla="*/ 672007 h 1241035"/>
                <a:gd name="connsiteX12" fmla="*/ 854590 w 1375468"/>
                <a:gd name="connsiteY12" fmla="*/ 865455 h 1241035"/>
                <a:gd name="connsiteX13" fmla="*/ 869966 w 1375468"/>
                <a:gd name="connsiteY13" fmla="*/ 867006 h 1241035"/>
                <a:gd name="connsiteX14" fmla="*/ 836791 w 1375468"/>
                <a:gd name="connsiteY14" fmla="*/ 928134 h 1241035"/>
                <a:gd name="connsiteX15" fmla="*/ 524581 w 1375468"/>
                <a:gd name="connsiteY15" fmla="*/ 1185263 h 1241035"/>
                <a:gd name="connsiteX16" fmla="*/ 478992 w 1375468"/>
                <a:gd name="connsiteY16" fmla="*/ 1199417 h 1241035"/>
                <a:gd name="connsiteX17" fmla="*/ 433402 w 1375468"/>
                <a:gd name="connsiteY17" fmla="*/ 1185263 h 1241035"/>
                <a:gd name="connsiteX18" fmla="*/ 121192 w 1375468"/>
                <a:gd name="connsiteY18" fmla="*/ 928134 h 1241035"/>
                <a:gd name="connsiteX19" fmla="*/ 88017 w 1375468"/>
                <a:gd name="connsiteY19" fmla="*/ 867005 h 1241035"/>
                <a:gd name="connsiteX20" fmla="*/ 103392 w 1375468"/>
                <a:gd name="connsiteY20" fmla="*/ 865455 h 1241035"/>
                <a:gd name="connsiteX21" fmla="*/ 462154 w 1375468"/>
                <a:gd name="connsiteY21" fmla="*/ 672007 h 1241035"/>
                <a:gd name="connsiteX22" fmla="*/ 243589 w 1375468"/>
                <a:gd name="connsiteY22" fmla="*/ 0 h 1241035"/>
                <a:gd name="connsiteX23" fmla="*/ 295498 w 1375468"/>
                <a:gd name="connsiteY23" fmla="*/ 95648 h 1241035"/>
                <a:gd name="connsiteX24" fmla="*/ 287986 w 1375468"/>
                <a:gd name="connsiteY24" fmla="*/ 170171 h 1241035"/>
                <a:gd name="connsiteX25" fmla="*/ 291093 w 1375468"/>
                <a:gd name="connsiteY25" fmla="*/ 200995 h 1241035"/>
                <a:gd name="connsiteX26" fmla="*/ 302403 w 1375468"/>
                <a:gd name="connsiteY26" fmla="*/ 313201 h 1241035"/>
                <a:gd name="connsiteX27" fmla="*/ 322749 w 1375468"/>
                <a:gd name="connsiteY27" fmla="*/ 378753 h 1241035"/>
                <a:gd name="connsiteX28" fmla="*/ 343750 w 1375468"/>
                <a:gd name="connsiteY28" fmla="*/ 446418 h 1241035"/>
                <a:gd name="connsiteX29" fmla="*/ 409176 w 1375468"/>
                <a:gd name="connsiteY29" fmla="*/ 566972 h 1241035"/>
                <a:gd name="connsiteX30" fmla="*/ 478990 w 1375468"/>
                <a:gd name="connsiteY30" fmla="*/ 651597 h 1241035"/>
                <a:gd name="connsiteX31" fmla="*/ 462153 w 1375468"/>
                <a:gd name="connsiteY31" fmla="*/ 672006 h 1241035"/>
                <a:gd name="connsiteX32" fmla="*/ 103391 w 1375468"/>
                <a:gd name="connsiteY32" fmla="*/ 865454 h 1241035"/>
                <a:gd name="connsiteX33" fmla="*/ 88016 w 1375468"/>
                <a:gd name="connsiteY33" fmla="*/ 867004 h 1241035"/>
                <a:gd name="connsiteX34" fmla="*/ 55765 w 1375468"/>
                <a:gd name="connsiteY34" fmla="*/ 807579 h 1241035"/>
                <a:gd name="connsiteX35" fmla="*/ 0 w 1375468"/>
                <a:gd name="connsiteY35" fmla="*/ 531331 h 1241035"/>
                <a:gd name="connsiteX36" fmla="*/ 10791 w 1375468"/>
                <a:gd name="connsiteY36" fmla="*/ 424278 h 1241035"/>
                <a:gd name="connsiteX37" fmla="*/ 10792 w 1375468"/>
                <a:gd name="connsiteY37" fmla="*/ 424278 h 1241035"/>
                <a:gd name="connsiteX38" fmla="*/ 14418 w 1375468"/>
                <a:gd name="connsiteY38" fmla="*/ 388302 h 1241035"/>
                <a:gd name="connsiteX39" fmla="*/ 121192 w 1375468"/>
                <a:gd name="connsiteY39" fmla="*/ 134530 h 1241035"/>
                <a:gd name="connsiteX40" fmla="*/ 124178 w 1375468"/>
                <a:gd name="connsiteY40" fmla="*/ 130910 h 1241035"/>
                <a:gd name="connsiteX41" fmla="*/ 207843 w 1375468"/>
                <a:gd name="connsiteY41" fmla="*/ 29496 h 1241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75468" h="1241035">
                  <a:moveTo>
                    <a:pt x="1375468" y="768922"/>
                  </a:moveTo>
                  <a:lnTo>
                    <a:pt x="1363469" y="807580"/>
                  </a:lnTo>
                  <a:cubicBezTo>
                    <a:pt x="1255743" y="1062304"/>
                    <a:pt x="1003551" y="1241035"/>
                    <a:pt x="709618" y="1241035"/>
                  </a:cubicBezTo>
                  <a:cubicBezTo>
                    <a:pt x="660629" y="1241035"/>
                    <a:pt x="612800" y="1236070"/>
                    <a:pt x="566606" y="1226616"/>
                  </a:cubicBezTo>
                  <a:lnTo>
                    <a:pt x="478993" y="1199417"/>
                  </a:lnTo>
                  <a:lnTo>
                    <a:pt x="524582" y="1185263"/>
                  </a:lnTo>
                  <a:cubicBezTo>
                    <a:pt x="651928" y="1131394"/>
                    <a:pt x="760278" y="1041403"/>
                    <a:pt x="836792" y="928134"/>
                  </a:cubicBezTo>
                  <a:lnTo>
                    <a:pt x="869967" y="867006"/>
                  </a:lnTo>
                  <a:lnTo>
                    <a:pt x="997603" y="879874"/>
                  </a:lnTo>
                  <a:cubicBezTo>
                    <a:pt x="1095581" y="879874"/>
                    <a:pt x="1188920" y="860015"/>
                    <a:pt x="1273818" y="824102"/>
                  </a:cubicBezTo>
                  <a:close/>
                  <a:moveTo>
                    <a:pt x="478991" y="651598"/>
                  </a:moveTo>
                  <a:lnTo>
                    <a:pt x="495828" y="672007"/>
                  </a:lnTo>
                  <a:cubicBezTo>
                    <a:pt x="592139" y="768330"/>
                    <a:pt x="716007" y="837094"/>
                    <a:pt x="854590" y="865455"/>
                  </a:cubicBezTo>
                  <a:lnTo>
                    <a:pt x="869966" y="867006"/>
                  </a:lnTo>
                  <a:lnTo>
                    <a:pt x="836791" y="928134"/>
                  </a:lnTo>
                  <a:cubicBezTo>
                    <a:pt x="760277" y="1041403"/>
                    <a:pt x="651927" y="1131394"/>
                    <a:pt x="524581" y="1185263"/>
                  </a:cubicBezTo>
                  <a:lnTo>
                    <a:pt x="478992" y="1199417"/>
                  </a:lnTo>
                  <a:lnTo>
                    <a:pt x="433402" y="1185263"/>
                  </a:lnTo>
                  <a:cubicBezTo>
                    <a:pt x="306057" y="1131394"/>
                    <a:pt x="197706" y="1041403"/>
                    <a:pt x="121192" y="928134"/>
                  </a:cubicBezTo>
                  <a:lnTo>
                    <a:pt x="88017" y="867005"/>
                  </a:lnTo>
                  <a:lnTo>
                    <a:pt x="103392" y="865455"/>
                  </a:lnTo>
                  <a:cubicBezTo>
                    <a:pt x="241975" y="837094"/>
                    <a:pt x="365843" y="768330"/>
                    <a:pt x="462154" y="672007"/>
                  </a:cubicBezTo>
                  <a:close/>
                  <a:moveTo>
                    <a:pt x="243589" y="0"/>
                  </a:moveTo>
                  <a:lnTo>
                    <a:pt x="295498" y="95648"/>
                  </a:lnTo>
                  <a:lnTo>
                    <a:pt x="287986" y="170171"/>
                  </a:lnTo>
                  <a:lnTo>
                    <a:pt x="291093" y="200995"/>
                  </a:lnTo>
                  <a:lnTo>
                    <a:pt x="302403" y="313201"/>
                  </a:lnTo>
                  <a:lnTo>
                    <a:pt x="322749" y="378753"/>
                  </a:lnTo>
                  <a:lnTo>
                    <a:pt x="343750" y="446418"/>
                  </a:lnTo>
                  <a:cubicBezTo>
                    <a:pt x="361705" y="488872"/>
                    <a:pt x="383672" y="529215"/>
                    <a:pt x="409176" y="566972"/>
                  </a:cubicBezTo>
                  <a:lnTo>
                    <a:pt x="478990" y="651597"/>
                  </a:lnTo>
                  <a:lnTo>
                    <a:pt x="462153" y="672006"/>
                  </a:lnTo>
                  <a:cubicBezTo>
                    <a:pt x="365842" y="768329"/>
                    <a:pt x="241974" y="837093"/>
                    <a:pt x="103391" y="865454"/>
                  </a:cubicBezTo>
                  <a:lnTo>
                    <a:pt x="88016" y="867004"/>
                  </a:lnTo>
                  <a:lnTo>
                    <a:pt x="55765" y="807579"/>
                  </a:lnTo>
                  <a:cubicBezTo>
                    <a:pt x="19857" y="722672"/>
                    <a:pt x="0" y="629321"/>
                    <a:pt x="0" y="531331"/>
                  </a:cubicBezTo>
                  <a:lnTo>
                    <a:pt x="10791" y="424278"/>
                  </a:lnTo>
                  <a:lnTo>
                    <a:pt x="10792" y="424278"/>
                  </a:lnTo>
                  <a:lnTo>
                    <a:pt x="14418" y="388302"/>
                  </a:lnTo>
                  <a:cubicBezTo>
                    <a:pt x="33324" y="295902"/>
                    <a:pt x="70183" y="210044"/>
                    <a:pt x="121192" y="134530"/>
                  </a:cubicBezTo>
                  <a:lnTo>
                    <a:pt x="124178" y="130910"/>
                  </a:lnTo>
                  <a:lnTo>
                    <a:pt x="207843" y="29496"/>
                  </a:lnTo>
                  <a:close/>
                </a:path>
              </a:pathLst>
            </a:custGeom>
            <a:solidFill>
              <a:srgbClr val="00CC87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1011AC7-674A-8A49-A64F-C7809C0A4320}"/>
                </a:ext>
              </a:extLst>
            </p:cNvPr>
            <p:cNvSpPr txBox="1"/>
            <p:nvPr/>
          </p:nvSpPr>
          <p:spPr>
            <a:xfrm>
              <a:off x="5934018" y="493635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✅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A3D6ACD-32ED-4D4D-8DD1-933C026AFBEF}"/>
              </a:ext>
            </a:extLst>
          </p:cNvPr>
          <p:cNvGrpSpPr/>
          <p:nvPr/>
        </p:nvGrpSpPr>
        <p:grpSpPr>
          <a:xfrm>
            <a:off x="5477554" y="7086443"/>
            <a:ext cx="1416125" cy="1103827"/>
            <a:chOff x="5890532" y="3902080"/>
            <a:chExt cx="1416125" cy="1103827"/>
          </a:xfrm>
        </p:grpSpPr>
        <p:sp>
          <p:nvSpPr>
            <p:cNvPr id="87" name="Forme libre 86">
              <a:extLst>
                <a:ext uri="{FF2B5EF4-FFF2-40B4-BE49-F238E27FC236}">
                  <a16:creationId xmlns:a16="http://schemas.microsoft.com/office/drawing/2014/main" id="{9C85252F-C415-8340-9EA8-BFE012A352BF}"/>
                </a:ext>
              </a:extLst>
            </p:cNvPr>
            <p:cNvSpPr/>
            <p:nvPr/>
          </p:nvSpPr>
          <p:spPr>
            <a:xfrm>
              <a:off x="5890532" y="3902080"/>
              <a:ext cx="1416125" cy="1085542"/>
            </a:xfrm>
            <a:custGeom>
              <a:avLst/>
              <a:gdLst>
                <a:gd name="connsiteX0" fmla="*/ 0 w 1416125"/>
                <a:gd name="connsiteY0" fmla="*/ 406664 h 1085542"/>
                <a:gd name="connsiteX1" fmla="*/ 44886 w 1416125"/>
                <a:gd name="connsiteY1" fmla="*/ 420599 h 1085542"/>
                <a:gd name="connsiteX2" fmla="*/ 101612 w 1416125"/>
                <a:gd name="connsiteY2" fmla="*/ 426319 h 1085542"/>
                <a:gd name="connsiteX3" fmla="*/ 102432 w 1416125"/>
                <a:gd name="connsiteY3" fmla="*/ 427313 h 1085542"/>
                <a:gd name="connsiteX4" fmla="*/ 187898 w 1416125"/>
                <a:gd name="connsiteY4" fmla="*/ 497838 h 1085542"/>
                <a:gd name="connsiteX5" fmla="*/ 207453 w 1416125"/>
                <a:gd name="connsiteY5" fmla="*/ 513974 h 1085542"/>
                <a:gd name="connsiteX6" fmla="*/ 327991 w 1416125"/>
                <a:gd name="connsiteY6" fmla="*/ 579408 h 1085542"/>
                <a:gd name="connsiteX7" fmla="*/ 344140 w 1416125"/>
                <a:gd name="connsiteY7" fmla="*/ 584422 h 1085542"/>
                <a:gd name="connsiteX8" fmla="*/ 323138 w 1416125"/>
                <a:gd name="connsiteY8" fmla="*/ 652088 h 1085542"/>
                <a:gd name="connsiteX9" fmla="*/ 257712 w 1416125"/>
                <a:gd name="connsiteY9" fmla="*/ 772642 h 1085542"/>
                <a:gd name="connsiteX10" fmla="*/ 187898 w 1416125"/>
                <a:gd name="connsiteY10" fmla="*/ 857267 h 1085542"/>
                <a:gd name="connsiteX11" fmla="*/ 118084 w 1416125"/>
                <a:gd name="connsiteY11" fmla="*/ 772642 h 1085542"/>
                <a:gd name="connsiteX12" fmla="*/ 52658 w 1416125"/>
                <a:gd name="connsiteY12" fmla="*/ 652088 h 1085542"/>
                <a:gd name="connsiteX13" fmla="*/ 31656 w 1416125"/>
                <a:gd name="connsiteY13" fmla="*/ 584422 h 1085542"/>
                <a:gd name="connsiteX14" fmla="*/ 11310 w 1416125"/>
                <a:gd name="connsiteY14" fmla="*/ 518870 h 1085542"/>
                <a:gd name="connsiteX15" fmla="*/ 1306311 w 1416125"/>
                <a:gd name="connsiteY15" fmla="*/ 0 h 1085542"/>
                <a:gd name="connsiteX16" fmla="*/ 1360360 w 1416125"/>
                <a:gd name="connsiteY16" fmla="*/ 99592 h 1085542"/>
                <a:gd name="connsiteX17" fmla="*/ 1416125 w 1416125"/>
                <a:gd name="connsiteY17" fmla="*/ 375840 h 1085542"/>
                <a:gd name="connsiteX18" fmla="*/ 1103262 w 1416125"/>
                <a:gd name="connsiteY18" fmla="*/ 964337 h 1085542"/>
                <a:gd name="connsiteX19" fmla="*/ 1084374 w 1416125"/>
                <a:gd name="connsiteY19" fmla="*/ 974591 h 1085542"/>
                <a:gd name="connsiteX20" fmla="*/ 982725 w 1416125"/>
                <a:gd name="connsiteY20" fmla="*/ 1029770 h 1085542"/>
                <a:gd name="connsiteX21" fmla="*/ 706510 w 1416125"/>
                <a:gd name="connsiteY21" fmla="*/ 1085542 h 1085542"/>
                <a:gd name="connsiteX22" fmla="*/ 578875 w 1416125"/>
                <a:gd name="connsiteY22" fmla="*/ 1072674 h 1085542"/>
                <a:gd name="connsiteX23" fmla="*/ 578874 w 1416125"/>
                <a:gd name="connsiteY23" fmla="*/ 1072675 h 1085542"/>
                <a:gd name="connsiteX24" fmla="*/ 563498 w 1416125"/>
                <a:gd name="connsiteY24" fmla="*/ 1071124 h 1085542"/>
                <a:gd name="connsiteX25" fmla="*/ 204736 w 1416125"/>
                <a:gd name="connsiteY25" fmla="*/ 877676 h 1085542"/>
                <a:gd name="connsiteX26" fmla="*/ 187899 w 1416125"/>
                <a:gd name="connsiteY26" fmla="*/ 857267 h 1085542"/>
                <a:gd name="connsiteX27" fmla="*/ 257713 w 1416125"/>
                <a:gd name="connsiteY27" fmla="*/ 772642 h 1085542"/>
                <a:gd name="connsiteX28" fmla="*/ 323139 w 1416125"/>
                <a:gd name="connsiteY28" fmla="*/ 652088 h 1085542"/>
                <a:gd name="connsiteX29" fmla="*/ 344141 w 1416125"/>
                <a:gd name="connsiteY29" fmla="*/ 584422 h 1085542"/>
                <a:gd name="connsiteX30" fmla="*/ 461195 w 1416125"/>
                <a:gd name="connsiteY30" fmla="*/ 620761 h 1085542"/>
                <a:gd name="connsiteX31" fmla="*/ 604207 w 1416125"/>
                <a:gd name="connsiteY31" fmla="*/ 635180 h 1085542"/>
                <a:gd name="connsiteX32" fmla="*/ 656100 w 1416125"/>
                <a:gd name="connsiteY32" fmla="*/ 629948 h 1085542"/>
                <a:gd name="connsiteX33" fmla="*/ 666890 w 1416125"/>
                <a:gd name="connsiteY33" fmla="*/ 737001 h 1085542"/>
                <a:gd name="connsiteX34" fmla="*/ 666890 w 1416125"/>
                <a:gd name="connsiteY34" fmla="*/ 737000 h 1085542"/>
                <a:gd name="connsiteX35" fmla="*/ 656100 w 1416125"/>
                <a:gd name="connsiteY35" fmla="*/ 629947 h 1085542"/>
                <a:gd name="connsiteX36" fmla="*/ 747219 w 1416125"/>
                <a:gd name="connsiteY36" fmla="*/ 620760 h 1085542"/>
                <a:gd name="connsiteX37" fmla="*/ 1000960 w 1416125"/>
                <a:gd name="connsiteY37" fmla="*/ 513973 h 1085542"/>
                <a:gd name="connsiteX38" fmla="*/ 1070236 w 1416125"/>
                <a:gd name="connsiteY38" fmla="*/ 456808 h 1085542"/>
                <a:gd name="connsiteX39" fmla="*/ 1105980 w 1416125"/>
                <a:gd name="connsiteY39" fmla="*/ 427313 h 1085542"/>
                <a:gd name="connsiteX40" fmla="*/ 1299405 w 1416125"/>
                <a:gd name="connsiteY40" fmla="*/ 68507 h 108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6125" h="1085542">
                  <a:moveTo>
                    <a:pt x="0" y="406664"/>
                  </a:moveTo>
                  <a:lnTo>
                    <a:pt x="44886" y="420599"/>
                  </a:lnTo>
                  <a:lnTo>
                    <a:pt x="101612" y="426319"/>
                  </a:lnTo>
                  <a:lnTo>
                    <a:pt x="102432" y="427313"/>
                  </a:lnTo>
                  <a:lnTo>
                    <a:pt x="187898" y="497838"/>
                  </a:lnTo>
                  <a:lnTo>
                    <a:pt x="207453" y="513974"/>
                  </a:lnTo>
                  <a:cubicBezTo>
                    <a:pt x="245205" y="539482"/>
                    <a:pt x="285543" y="561452"/>
                    <a:pt x="327991" y="579408"/>
                  </a:cubicBezTo>
                  <a:lnTo>
                    <a:pt x="344140" y="584422"/>
                  </a:lnTo>
                  <a:lnTo>
                    <a:pt x="323138" y="652088"/>
                  </a:lnTo>
                  <a:cubicBezTo>
                    <a:pt x="305184" y="694542"/>
                    <a:pt x="283217" y="734885"/>
                    <a:pt x="257712" y="772642"/>
                  </a:cubicBezTo>
                  <a:lnTo>
                    <a:pt x="187898" y="857267"/>
                  </a:lnTo>
                  <a:lnTo>
                    <a:pt x="118084" y="772642"/>
                  </a:lnTo>
                  <a:cubicBezTo>
                    <a:pt x="92580" y="734885"/>
                    <a:pt x="70613" y="694542"/>
                    <a:pt x="52658" y="652088"/>
                  </a:cubicBezTo>
                  <a:lnTo>
                    <a:pt x="31656" y="584422"/>
                  </a:lnTo>
                  <a:lnTo>
                    <a:pt x="11310" y="518870"/>
                  </a:lnTo>
                  <a:close/>
                  <a:moveTo>
                    <a:pt x="1306311" y="0"/>
                  </a:moveTo>
                  <a:lnTo>
                    <a:pt x="1360360" y="99592"/>
                  </a:lnTo>
                  <a:cubicBezTo>
                    <a:pt x="1396269" y="184499"/>
                    <a:pt x="1416125" y="277851"/>
                    <a:pt x="1416125" y="375840"/>
                  </a:cubicBezTo>
                  <a:cubicBezTo>
                    <a:pt x="1416125" y="620814"/>
                    <a:pt x="1292021" y="836798"/>
                    <a:pt x="1103262" y="964337"/>
                  </a:cubicBezTo>
                  <a:lnTo>
                    <a:pt x="1084374" y="974591"/>
                  </a:lnTo>
                  <a:lnTo>
                    <a:pt x="982725" y="1029770"/>
                  </a:lnTo>
                  <a:cubicBezTo>
                    <a:pt x="897827" y="1065683"/>
                    <a:pt x="804488" y="1085542"/>
                    <a:pt x="706510" y="1085542"/>
                  </a:cubicBezTo>
                  <a:lnTo>
                    <a:pt x="578875" y="1072674"/>
                  </a:lnTo>
                  <a:lnTo>
                    <a:pt x="578874" y="1072675"/>
                  </a:lnTo>
                  <a:lnTo>
                    <a:pt x="563498" y="1071124"/>
                  </a:lnTo>
                  <a:cubicBezTo>
                    <a:pt x="424915" y="1042763"/>
                    <a:pt x="301047" y="973999"/>
                    <a:pt x="204736" y="877676"/>
                  </a:cubicBezTo>
                  <a:lnTo>
                    <a:pt x="187899" y="857267"/>
                  </a:lnTo>
                  <a:lnTo>
                    <a:pt x="257713" y="772642"/>
                  </a:lnTo>
                  <a:cubicBezTo>
                    <a:pt x="283218" y="734885"/>
                    <a:pt x="305185" y="694542"/>
                    <a:pt x="323139" y="652088"/>
                  </a:cubicBezTo>
                  <a:lnTo>
                    <a:pt x="344141" y="584422"/>
                  </a:lnTo>
                  <a:lnTo>
                    <a:pt x="461195" y="620761"/>
                  </a:lnTo>
                  <a:cubicBezTo>
                    <a:pt x="507389" y="630215"/>
                    <a:pt x="555218" y="635180"/>
                    <a:pt x="604207" y="635180"/>
                  </a:cubicBezTo>
                  <a:lnTo>
                    <a:pt x="656100" y="629948"/>
                  </a:lnTo>
                  <a:lnTo>
                    <a:pt x="666890" y="737001"/>
                  </a:lnTo>
                  <a:lnTo>
                    <a:pt x="666890" y="737000"/>
                  </a:lnTo>
                  <a:lnTo>
                    <a:pt x="656100" y="629947"/>
                  </a:lnTo>
                  <a:lnTo>
                    <a:pt x="747219" y="620760"/>
                  </a:lnTo>
                  <a:cubicBezTo>
                    <a:pt x="839608" y="601853"/>
                    <a:pt x="925457" y="564989"/>
                    <a:pt x="1000960" y="513973"/>
                  </a:cubicBezTo>
                  <a:lnTo>
                    <a:pt x="1070236" y="456808"/>
                  </a:lnTo>
                  <a:lnTo>
                    <a:pt x="1105980" y="427313"/>
                  </a:lnTo>
                  <a:cubicBezTo>
                    <a:pt x="1202292" y="330990"/>
                    <a:pt x="1271047" y="207107"/>
                    <a:pt x="1299405" y="68507"/>
                  </a:cubicBezTo>
                  <a:close/>
                </a:path>
              </a:pathLst>
            </a:custGeom>
            <a:solidFill>
              <a:srgbClr val="B6D1C3">
                <a:alpha val="63922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134EEC5-BCE2-9C48-A186-CD0D67F2577D}"/>
                </a:ext>
              </a:extLst>
            </p:cNvPr>
            <p:cNvSpPr txBox="1"/>
            <p:nvPr/>
          </p:nvSpPr>
          <p:spPr>
            <a:xfrm>
              <a:off x="6367469" y="463657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❌✅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73030C96-7CE3-204D-922C-EA42DC99D8EC}"/>
              </a:ext>
            </a:extLst>
          </p:cNvPr>
          <p:cNvGrpSpPr/>
          <p:nvPr/>
        </p:nvGrpSpPr>
        <p:grpSpPr>
          <a:xfrm rot="18732085">
            <a:off x="7581273" y="6834607"/>
            <a:ext cx="1136568" cy="1410706"/>
            <a:chOff x="6095999" y="3142337"/>
            <a:chExt cx="1136568" cy="1410706"/>
          </a:xfrm>
        </p:grpSpPr>
        <p:sp>
          <p:nvSpPr>
            <p:cNvPr id="44" name="Forme libre 43">
              <a:extLst>
                <a:ext uri="{FF2B5EF4-FFF2-40B4-BE49-F238E27FC236}">
                  <a16:creationId xmlns:a16="http://schemas.microsoft.com/office/drawing/2014/main" id="{927691EA-B468-7E44-8140-F660B31140E5}"/>
                </a:ext>
              </a:extLst>
            </p:cNvPr>
            <p:cNvSpPr/>
            <p:nvPr/>
          </p:nvSpPr>
          <p:spPr>
            <a:xfrm>
              <a:off x="6598595" y="3142337"/>
              <a:ext cx="623329" cy="775526"/>
            </a:xfrm>
            <a:custGeom>
              <a:avLst/>
              <a:gdLst/>
              <a:ahLst/>
              <a:cxnLst/>
              <a:rect l="l" t="t" r="r" b="b"/>
              <a:pathLst>
                <a:path w="623329" h="775526">
                  <a:moveTo>
                    <a:pt x="0" y="0"/>
                  </a:moveTo>
                  <a:lnTo>
                    <a:pt x="56725" y="5719"/>
                  </a:lnTo>
                  <a:cubicBezTo>
                    <a:pt x="380086" y="71896"/>
                    <a:pt x="623329" y="358040"/>
                    <a:pt x="623329" y="701003"/>
                  </a:cubicBezTo>
                  <a:lnTo>
                    <a:pt x="615818" y="775526"/>
                  </a:lnTo>
                  <a:lnTo>
                    <a:pt x="604441" y="754564"/>
                  </a:lnTo>
                  <a:cubicBezTo>
                    <a:pt x="527927" y="641295"/>
                    <a:pt x="419577" y="551305"/>
                    <a:pt x="292231" y="497435"/>
                  </a:cubicBezTo>
                  <a:lnTo>
                    <a:pt x="203914" y="470017"/>
                  </a:lnTo>
                  <a:lnTo>
                    <a:pt x="192604" y="357811"/>
                  </a:lnTo>
                  <a:cubicBezTo>
                    <a:pt x="173699" y="265411"/>
                    <a:pt x="136839" y="179552"/>
                    <a:pt x="85830" y="10403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7" name="Forme libre 26">
              <a:extLst>
                <a:ext uri="{FF2B5EF4-FFF2-40B4-BE49-F238E27FC236}">
                  <a16:creationId xmlns:a16="http://schemas.microsoft.com/office/drawing/2014/main" id="{8A3F96AC-F998-DB41-A05C-81EC7DF1A27B}"/>
                </a:ext>
              </a:extLst>
            </p:cNvPr>
            <p:cNvSpPr/>
            <p:nvPr/>
          </p:nvSpPr>
          <p:spPr>
            <a:xfrm>
              <a:off x="6095999" y="4324527"/>
              <a:ext cx="187898" cy="177758"/>
            </a:xfrm>
            <a:custGeom>
              <a:avLst/>
              <a:gdLst/>
              <a:ahLst/>
              <a:cxnLst/>
              <a:rect l="l" t="t" r="r" b="b"/>
              <a:pathLst>
                <a:path w="187898" h="177758">
                  <a:moveTo>
                    <a:pt x="187898" y="0"/>
                  </a:moveTo>
                  <a:lnTo>
                    <a:pt x="176588" y="112206"/>
                  </a:lnTo>
                  <a:lnTo>
                    <a:pt x="156242" y="177758"/>
                  </a:lnTo>
                  <a:lnTo>
                    <a:pt x="140093" y="172744"/>
                  </a:lnTo>
                  <a:cubicBezTo>
                    <a:pt x="97645" y="154788"/>
                    <a:pt x="57307" y="132818"/>
                    <a:pt x="19555" y="107310"/>
                  </a:cubicBezTo>
                  <a:lnTo>
                    <a:pt x="0" y="91174"/>
                  </a:lnTo>
                  <a:lnTo>
                    <a:pt x="85466" y="20649"/>
                  </a:lnTo>
                  <a:lnTo>
                    <a:pt x="86287" y="19655"/>
                  </a:lnTo>
                  <a:lnTo>
                    <a:pt x="143012" y="13935"/>
                  </a:lnTo>
                  <a:lnTo>
                    <a:pt x="187898" y="0"/>
                  </a:lnTo>
                  <a:close/>
                </a:path>
              </a:pathLst>
            </a:custGeom>
            <a:solidFill>
              <a:schemeClr val="bg1">
                <a:lumMod val="65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94160893-EA95-1A46-98D2-1FE3B9EC24E7}"/>
                </a:ext>
              </a:extLst>
            </p:cNvPr>
            <p:cNvGrpSpPr/>
            <p:nvPr/>
          </p:nvGrpSpPr>
          <p:grpSpPr>
            <a:xfrm>
              <a:off x="6252241" y="3612353"/>
              <a:ext cx="980326" cy="940690"/>
              <a:chOff x="6252241" y="3612353"/>
              <a:chExt cx="980326" cy="940690"/>
            </a:xfrm>
          </p:grpSpPr>
          <p:sp>
            <p:nvSpPr>
              <p:cNvPr id="74" name="Forme libre 73">
                <a:extLst>
                  <a:ext uri="{FF2B5EF4-FFF2-40B4-BE49-F238E27FC236}">
                    <a16:creationId xmlns:a16="http://schemas.microsoft.com/office/drawing/2014/main" id="{3BE849B5-5B49-654C-BF89-5E40FE204933}"/>
                  </a:ext>
                </a:extLst>
              </p:cNvPr>
              <p:cNvSpPr/>
              <p:nvPr/>
            </p:nvSpPr>
            <p:spPr>
              <a:xfrm>
                <a:off x="6252241" y="3612353"/>
                <a:ext cx="962170" cy="940690"/>
              </a:xfrm>
              <a:custGeom>
                <a:avLst/>
                <a:gdLst>
                  <a:gd name="connsiteX0" fmla="*/ 550266 w 962170"/>
                  <a:gd name="connsiteY0" fmla="*/ 0 h 940690"/>
                  <a:gd name="connsiteX1" fmla="*/ 638583 w 962170"/>
                  <a:gd name="connsiteY1" fmla="*/ 27418 h 940690"/>
                  <a:gd name="connsiteX2" fmla="*/ 950793 w 962170"/>
                  <a:gd name="connsiteY2" fmla="*/ 284547 h 940690"/>
                  <a:gd name="connsiteX3" fmla="*/ 962170 w 962170"/>
                  <a:gd name="connsiteY3" fmla="*/ 305509 h 940690"/>
                  <a:gd name="connsiteX4" fmla="*/ 955264 w 962170"/>
                  <a:gd name="connsiteY4" fmla="*/ 374016 h 940690"/>
                  <a:gd name="connsiteX5" fmla="*/ 761839 w 962170"/>
                  <a:gd name="connsiteY5" fmla="*/ 732822 h 940690"/>
                  <a:gd name="connsiteX6" fmla="*/ 726095 w 962170"/>
                  <a:gd name="connsiteY6" fmla="*/ 762318 h 940690"/>
                  <a:gd name="connsiteX7" fmla="*/ 726095 w 962170"/>
                  <a:gd name="connsiteY7" fmla="*/ 762319 h 940690"/>
                  <a:gd name="connsiteX8" fmla="*/ 656819 w 962170"/>
                  <a:gd name="connsiteY8" fmla="*/ 819484 h 940690"/>
                  <a:gd name="connsiteX9" fmla="*/ 403078 w 962170"/>
                  <a:gd name="connsiteY9" fmla="*/ 926271 h 940690"/>
                  <a:gd name="connsiteX10" fmla="*/ 311959 w 962170"/>
                  <a:gd name="connsiteY10" fmla="*/ 935458 h 940690"/>
                  <a:gd name="connsiteX11" fmla="*/ 260066 w 962170"/>
                  <a:gd name="connsiteY11" fmla="*/ 940690 h 940690"/>
                  <a:gd name="connsiteX12" fmla="*/ 117054 w 962170"/>
                  <a:gd name="connsiteY12" fmla="*/ 926271 h 940690"/>
                  <a:gd name="connsiteX13" fmla="*/ 0 w 962170"/>
                  <a:gd name="connsiteY13" fmla="*/ 889932 h 940690"/>
                  <a:gd name="connsiteX14" fmla="*/ 20346 w 962170"/>
                  <a:gd name="connsiteY14" fmla="*/ 824380 h 940690"/>
                  <a:gd name="connsiteX15" fmla="*/ 31656 w 962170"/>
                  <a:gd name="connsiteY15" fmla="*/ 712174 h 940690"/>
                  <a:gd name="connsiteX16" fmla="*/ 119973 w 962170"/>
                  <a:gd name="connsiteY16" fmla="*/ 684756 h 940690"/>
                  <a:gd name="connsiteX17" fmla="*/ 198572 w 962170"/>
                  <a:gd name="connsiteY17" fmla="*/ 642089 h 940690"/>
                  <a:gd name="connsiteX18" fmla="*/ 240511 w 962170"/>
                  <a:gd name="connsiteY18" fmla="*/ 619322 h 940690"/>
                  <a:gd name="connsiteX19" fmla="*/ 345532 w 962170"/>
                  <a:gd name="connsiteY19" fmla="*/ 532661 h 940690"/>
                  <a:gd name="connsiteX20" fmla="*/ 429197 w 962170"/>
                  <a:gd name="connsiteY20" fmla="*/ 431247 h 940690"/>
                  <a:gd name="connsiteX21" fmla="*/ 471137 w 962170"/>
                  <a:gd name="connsiteY21" fmla="*/ 454014 h 940690"/>
                  <a:gd name="connsiteX22" fmla="*/ 576158 w 962170"/>
                  <a:gd name="connsiteY22" fmla="*/ 540675 h 940690"/>
                  <a:gd name="connsiteX23" fmla="*/ 576158 w 962170"/>
                  <a:gd name="connsiteY23" fmla="*/ 540674 h 940690"/>
                  <a:gd name="connsiteX24" fmla="*/ 471136 w 962170"/>
                  <a:gd name="connsiteY24" fmla="*/ 454013 h 940690"/>
                  <a:gd name="connsiteX25" fmla="*/ 429196 w 962170"/>
                  <a:gd name="connsiteY25" fmla="*/ 431246 h 940690"/>
                  <a:gd name="connsiteX26" fmla="*/ 432182 w 962170"/>
                  <a:gd name="connsiteY26" fmla="*/ 427626 h 940690"/>
                  <a:gd name="connsiteX27" fmla="*/ 553373 w 962170"/>
                  <a:gd name="connsiteY27" fmla="*/ 30824 h 940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962170" h="940690">
                    <a:moveTo>
                      <a:pt x="550266" y="0"/>
                    </a:moveTo>
                    <a:lnTo>
                      <a:pt x="638583" y="27418"/>
                    </a:lnTo>
                    <a:cubicBezTo>
                      <a:pt x="765929" y="81288"/>
                      <a:pt x="874279" y="171278"/>
                      <a:pt x="950793" y="284547"/>
                    </a:cubicBezTo>
                    <a:lnTo>
                      <a:pt x="962170" y="305509"/>
                    </a:lnTo>
                    <a:lnTo>
                      <a:pt x="955264" y="374016"/>
                    </a:lnTo>
                    <a:cubicBezTo>
                      <a:pt x="926906" y="512616"/>
                      <a:pt x="858151" y="636499"/>
                      <a:pt x="761839" y="732822"/>
                    </a:cubicBezTo>
                    <a:lnTo>
                      <a:pt x="726095" y="762318"/>
                    </a:lnTo>
                    <a:lnTo>
                      <a:pt x="726095" y="762319"/>
                    </a:lnTo>
                    <a:lnTo>
                      <a:pt x="656819" y="819484"/>
                    </a:lnTo>
                    <a:cubicBezTo>
                      <a:pt x="581316" y="870500"/>
                      <a:pt x="495467" y="907364"/>
                      <a:pt x="403078" y="926271"/>
                    </a:cubicBezTo>
                    <a:lnTo>
                      <a:pt x="311959" y="935458"/>
                    </a:lnTo>
                    <a:lnTo>
                      <a:pt x="260066" y="940690"/>
                    </a:lnTo>
                    <a:cubicBezTo>
                      <a:pt x="211077" y="940690"/>
                      <a:pt x="163248" y="935725"/>
                      <a:pt x="117054" y="926271"/>
                    </a:cubicBezTo>
                    <a:lnTo>
                      <a:pt x="0" y="889932"/>
                    </a:lnTo>
                    <a:lnTo>
                      <a:pt x="20346" y="824380"/>
                    </a:lnTo>
                    <a:lnTo>
                      <a:pt x="31656" y="712174"/>
                    </a:lnTo>
                    <a:lnTo>
                      <a:pt x="119973" y="684756"/>
                    </a:lnTo>
                    <a:lnTo>
                      <a:pt x="198572" y="642089"/>
                    </a:lnTo>
                    <a:lnTo>
                      <a:pt x="240511" y="619322"/>
                    </a:lnTo>
                    <a:cubicBezTo>
                      <a:pt x="278263" y="593814"/>
                      <a:pt x="313429" y="564769"/>
                      <a:pt x="345532" y="532661"/>
                    </a:cubicBezTo>
                    <a:lnTo>
                      <a:pt x="429197" y="431247"/>
                    </a:lnTo>
                    <a:lnTo>
                      <a:pt x="471137" y="454014"/>
                    </a:lnTo>
                    <a:lnTo>
                      <a:pt x="576158" y="540675"/>
                    </a:lnTo>
                    <a:lnTo>
                      <a:pt x="576158" y="540674"/>
                    </a:lnTo>
                    <a:cubicBezTo>
                      <a:pt x="544054" y="508567"/>
                      <a:pt x="508888" y="479521"/>
                      <a:pt x="471136" y="454013"/>
                    </a:cubicBezTo>
                    <a:lnTo>
                      <a:pt x="429196" y="431246"/>
                    </a:lnTo>
                    <a:lnTo>
                      <a:pt x="432182" y="427626"/>
                    </a:lnTo>
                    <a:cubicBezTo>
                      <a:pt x="508696" y="314356"/>
                      <a:pt x="553373" y="177808"/>
                      <a:pt x="553373" y="308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23828BC1-BDE9-0C4F-8515-4AE5E8EB1EC0}"/>
                  </a:ext>
                </a:extLst>
              </p:cNvPr>
              <p:cNvSpPr txBox="1"/>
              <p:nvPr/>
            </p:nvSpPr>
            <p:spPr>
              <a:xfrm>
                <a:off x="6817069" y="365826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🤝</a:t>
                </a:r>
              </a:p>
            </p:txBody>
          </p:sp>
        </p:grp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96DB8DD9-4263-8C44-9668-A54D37863DD3}"/>
              </a:ext>
            </a:extLst>
          </p:cNvPr>
          <p:cNvSpPr txBox="1"/>
          <p:nvPr/>
        </p:nvSpPr>
        <p:spPr>
          <a:xfrm>
            <a:off x="6548284" y="4454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9788564F-D8B6-094F-8326-44F1E79CC22D}"/>
              </a:ext>
            </a:extLst>
          </p:cNvPr>
          <p:cNvSpPr/>
          <p:nvPr/>
        </p:nvSpPr>
        <p:spPr>
          <a:xfrm>
            <a:off x="91440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 </a:t>
            </a:r>
            <a:endParaRPr lang="en-US" sz="36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A5FEBFBC-464F-EA4D-9CA6-3BDD1A94358D}"/>
              </a:ext>
            </a:extLst>
          </p:cNvPr>
          <p:cNvSpPr/>
          <p:nvPr/>
        </p:nvSpPr>
        <p:spPr>
          <a:xfrm>
            <a:off x="2468880" y="1097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</a:t>
            </a:r>
            <a:endParaRPr lang="en-US" sz="5200" dirty="0"/>
          </a:p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8A910F38-A89E-FB45-BA6A-D808141A26C6}"/>
              </a:ext>
            </a:extLst>
          </p:cNvPr>
          <p:cNvSpPr/>
          <p:nvPr/>
        </p:nvSpPr>
        <p:spPr>
          <a:xfrm>
            <a:off x="914400" y="21945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 Tech &amp; Entreprises en Afrique</a:t>
            </a:r>
            <a:endParaRPr lang="en-US" sz="1600" dirty="0"/>
          </a:p>
        </p:txBody>
      </p:sp>
      <p:sp>
        <p:nvSpPr>
          <p:cNvPr id="65" name="Shape 5">
            <a:extLst>
              <a:ext uri="{FF2B5EF4-FFF2-40B4-BE49-F238E27FC236}">
                <a16:creationId xmlns:a16="http://schemas.microsoft.com/office/drawing/2014/main" id="{A9B5E747-61D2-004E-B334-0D287D4D4A50}"/>
              </a:ext>
            </a:extLst>
          </p:cNvPr>
          <p:cNvSpPr/>
          <p:nvPr/>
        </p:nvSpPr>
        <p:spPr>
          <a:xfrm>
            <a:off x="914400" y="3246120"/>
            <a:ext cx="18288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A30FF1B6-63C2-DC47-AD55-B0C17879B095}"/>
              </a:ext>
            </a:extLst>
          </p:cNvPr>
          <p:cNvSpPr/>
          <p:nvPr/>
        </p:nvSpPr>
        <p:spPr>
          <a:xfrm>
            <a:off x="9144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Houleye Sow</a:t>
            </a:r>
            <a:endParaRPr lang="en-US" sz="1800" dirty="0"/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BDCC5F89-641A-5C4E-ADB9-A770548E4F9A}"/>
              </a:ext>
            </a:extLst>
          </p:cNvPr>
          <p:cNvSpPr/>
          <p:nvPr/>
        </p:nvSpPr>
        <p:spPr>
          <a:xfrm>
            <a:off x="914400" y="3886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Data Science &amp; Big Data — ISI (Institut Supérieur Informatique)</a:t>
            </a:r>
            <a:endParaRPr lang="en-US" sz="13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F9C92703-5217-AD47-A96B-496A58EF9249}"/>
              </a:ext>
            </a:extLst>
          </p:cNvPr>
          <p:cNvSpPr/>
          <p:nvPr/>
        </p:nvSpPr>
        <p:spPr>
          <a:xfrm>
            <a:off x="9144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5534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>
            <a:alpha val="82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FC579-31E0-3A44-A32E-0D5E4CDD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820" y="302034"/>
            <a:ext cx="12472211" cy="1566743"/>
          </a:xfrm>
        </p:spPr>
        <p:txBody>
          <a:bodyPr>
            <a:normAutofit/>
          </a:bodyPr>
          <a:lstStyle/>
          <a:p>
            <a:pPr algn="ctr"/>
            <a:r>
              <a:rPr lang="fr-FR" sz="6000" b="1" dirty="0">
                <a:solidFill>
                  <a:srgbClr val="142544"/>
                </a:solidFill>
              </a:rPr>
              <a:t>Sommaires</a:t>
            </a:r>
          </a:p>
        </p:txBody>
      </p:sp>
      <p:sp>
        <p:nvSpPr>
          <p:cNvPr id="67" name="Forme libre 66">
            <a:extLst>
              <a:ext uri="{FF2B5EF4-FFF2-40B4-BE49-F238E27FC236}">
                <a16:creationId xmlns:a16="http://schemas.microsoft.com/office/drawing/2014/main" id="{1906DE5E-011F-0D4E-A06D-795C1D354C06}"/>
              </a:ext>
            </a:extLst>
          </p:cNvPr>
          <p:cNvSpPr/>
          <p:nvPr/>
        </p:nvSpPr>
        <p:spPr>
          <a:xfrm>
            <a:off x="6095999" y="3634760"/>
            <a:ext cx="293308" cy="323271"/>
          </a:xfrm>
          <a:custGeom>
            <a:avLst/>
            <a:gdLst/>
            <a:ahLst/>
            <a:cxnLst/>
            <a:rect l="l" t="t" r="r" b="b"/>
            <a:pathLst>
              <a:path w="293308" h="323271">
                <a:moveTo>
                  <a:pt x="258545" y="0"/>
                </a:moveTo>
                <a:lnTo>
                  <a:pt x="278891" y="65551"/>
                </a:lnTo>
                <a:cubicBezTo>
                  <a:pt x="288344" y="111751"/>
                  <a:pt x="293308" y="159586"/>
                  <a:pt x="293308" y="208581"/>
                </a:cubicBezTo>
                <a:lnTo>
                  <a:pt x="282518" y="315634"/>
                </a:lnTo>
                <a:lnTo>
                  <a:pt x="230626" y="310402"/>
                </a:lnTo>
                <a:lnTo>
                  <a:pt x="102990" y="323271"/>
                </a:lnTo>
                <a:lnTo>
                  <a:pt x="69814" y="262142"/>
                </a:lnTo>
                <a:lnTo>
                  <a:pt x="0" y="177517"/>
                </a:lnTo>
                <a:lnTo>
                  <a:pt x="16837" y="157108"/>
                </a:lnTo>
                <a:cubicBezTo>
                  <a:pt x="81045" y="92893"/>
                  <a:pt x="157499" y="40926"/>
                  <a:pt x="242396" y="5013"/>
                </a:cubicBezTo>
                <a:lnTo>
                  <a:pt x="258545" y="0"/>
                </a:lnTo>
                <a:close/>
              </a:path>
            </a:pathLst>
          </a:custGeom>
          <a:solidFill>
            <a:srgbClr val="FD721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84" name="Forme libre 83">
            <a:extLst>
              <a:ext uri="{FF2B5EF4-FFF2-40B4-BE49-F238E27FC236}">
                <a16:creationId xmlns:a16="http://schemas.microsoft.com/office/drawing/2014/main" id="{4695DDB8-E8A6-F242-B8F3-F7553F46373C}"/>
              </a:ext>
            </a:extLst>
          </p:cNvPr>
          <p:cNvSpPr/>
          <p:nvPr/>
        </p:nvSpPr>
        <p:spPr>
          <a:xfrm>
            <a:off x="5155759" y="3945162"/>
            <a:ext cx="837251" cy="1058245"/>
          </a:xfrm>
          <a:custGeom>
            <a:avLst/>
            <a:gdLst>
              <a:gd name="connsiteX0" fmla="*/ 709615 w 837251"/>
              <a:gd name="connsiteY0" fmla="*/ 0 h 1058245"/>
              <a:gd name="connsiteX1" fmla="*/ 837251 w 837251"/>
              <a:gd name="connsiteY1" fmla="*/ 12869 h 1058245"/>
              <a:gd name="connsiteX2" fmla="*/ 805000 w 837251"/>
              <a:gd name="connsiteY2" fmla="*/ 72294 h 1058245"/>
              <a:gd name="connsiteX3" fmla="*/ 793001 w 837251"/>
              <a:gd name="connsiteY3" fmla="*/ 110953 h 1058245"/>
              <a:gd name="connsiteX4" fmla="*/ 774113 w 837251"/>
              <a:gd name="connsiteY4" fmla="*/ 121206 h 1058245"/>
              <a:gd name="connsiteX5" fmla="*/ 704838 w 837251"/>
              <a:gd name="connsiteY5" fmla="*/ 178371 h 1058245"/>
              <a:gd name="connsiteX6" fmla="*/ 669092 w 837251"/>
              <a:gd name="connsiteY6" fmla="*/ 207867 h 1058245"/>
              <a:gd name="connsiteX7" fmla="*/ 585428 w 837251"/>
              <a:gd name="connsiteY7" fmla="*/ 309281 h 1058245"/>
              <a:gd name="connsiteX8" fmla="*/ 585428 w 837251"/>
              <a:gd name="connsiteY8" fmla="*/ 309281 h 1058245"/>
              <a:gd name="connsiteX9" fmla="*/ 582442 w 837251"/>
              <a:gd name="connsiteY9" fmla="*/ 312901 h 1058245"/>
              <a:gd name="connsiteX10" fmla="*/ 475668 w 837251"/>
              <a:gd name="connsiteY10" fmla="*/ 566673 h 1058245"/>
              <a:gd name="connsiteX11" fmla="*/ 472042 w 837251"/>
              <a:gd name="connsiteY11" fmla="*/ 602650 h 1058245"/>
              <a:gd name="connsiteX12" fmla="*/ 461251 w 837251"/>
              <a:gd name="connsiteY12" fmla="*/ 709703 h 1058245"/>
              <a:gd name="connsiteX13" fmla="*/ 517016 w 837251"/>
              <a:gd name="connsiteY13" fmla="*/ 985951 h 1058245"/>
              <a:gd name="connsiteX14" fmla="*/ 549267 w 837251"/>
              <a:gd name="connsiteY14" fmla="*/ 1045376 h 1058245"/>
              <a:gd name="connsiteX15" fmla="*/ 421630 w 837251"/>
              <a:gd name="connsiteY15" fmla="*/ 1058245 h 1058245"/>
              <a:gd name="connsiteX16" fmla="*/ 145415 w 837251"/>
              <a:gd name="connsiteY16" fmla="*/ 1002473 h 1058245"/>
              <a:gd name="connsiteX17" fmla="*/ 43767 w 837251"/>
              <a:gd name="connsiteY17" fmla="*/ 947293 h 1058245"/>
              <a:gd name="connsiteX18" fmla="*/ 14417 w 837251"/>
              <a:gd name="connsiteY18" fmla="*/ 852733 h 1058245"/>
              <a:gd name="connsiteX19" fmla="*/ 0 w 837251"/>
              <a:gd name="connsiteY19" fmla="*/ 709703 h 1058245"/>
              <a:gd name="connsiteX20" fmla="*/ 55765 w 837251"/>
              <a:gd name="connsiteY20" fmla="*/ 433455 h 1058245"/>
              <a:gd name="connsiteX21" fmla="*/ 57905 w 837251"/>
              <a:gd name="connsiteY21" fmla="*/ 429512 h 1058245"/>
              <a:gd name="connsiteX22" fmla="*/ 121191 w 837251"/>
              <a:gd name="connsiteY22" fmla="*/ 312901 h 1058245"/>
              <a:gd name="connsiteX23" fmla="*/ 312863 w 837251"/>
              <a:gd name="connsiteY23" fmla="*/ 121206 h 1058245"/>
              <a:gd name="connsiteX24" fmla="*/ 354803 w 837251"/>
              <a:gd name="connsiteY24" fmla="*/ 98440 h 1058245"/>
              <a:gd name="connsiteX25" fmla="*/ 354802 w 837251"/>
              <a:gd name="connsiteY25" fmla="*/ 98439 h 1058245"/>
              <a:gd name="connsiteX26" fmla="*/ 433400 w 837251"/>
              <a:gd name="connsiteY26" fmla="*/ 55772 h 1058245"/>
              <a:gd name="connsiteX27" fmla="*/ 566603 w 837251"/>
              <a:gd name="connsiteY27" fmla="*/ 14419 h 1058245"/>
              <a:gd name="connsiteX28" fmla="*/ 657723 w 837251"/>
              <a:gd name="connsiteY28" fmla="*/ 5232 h 1058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37251" h="1058245">
                <a:moveTo>
                  <a:pt x="709615" y="0"/>
                </a:moveTo>
                <a:lnTo>
                  <a:pt x="837251" y="12869"/>
                </a:lnTo>
                <a:lnTo>
                  <a:pt x="805000" y="72294"/>
                </a:lnTo>
                <a:lnTo>
                  <a:pt x="793001" y="110953"/>
                </a:lnTo>
                <a:lnTo>
                  <a:pt x="774113" y="121206"/>
                </a:lnTo>
                <a:lnTo>
                  <a:pt x="704838" y="178371"/>
                </a:lnTo>
                <a:lnTo>
                  <a:pt x="669092" y="207867"/>
                </a:lnTo>
                <a:lnTo>
                  <a:pt x="585428" y="309281"/>
                </a:lnTo>
                <a:lnTo>
                  <a:pt x="585428" y="309281"/>
                </a:lnTo>
                <a:lnTo>
                  <a:pt x="582442" y="312901"/>
                </a:lnTo>
                <a:cubicBezTo>
                  <a:pt x="531433" y="388415"/>
                  <a:pt x="494574" y="474273"/>
                  <a:pt x="475668" y="566673"/>
                </a:cubicBezTo>
                <a:lnTo>
                  <a:pt x="472042" y="602650"/>
                </a:lnTo>
                <a:lnTo>
                  <a:pt x="461251" y="709703"/>
                </a:lnTo>
                <a:cubicBezTo>
                  <a:pt x="461251" y="807693"/>
                  <a:pt x="481108" y="901044"/>
                  <a:pt x="517016" y="985951"/>
                </a:cubicBezTo>
                <a:lnTo>
                  <a:pt x="549267" y="1045376"/>
                </a:lnTo>
                <a:lnTo>
                  <a:pt x="421630" y="1058245"/>
                </a:lnTo>
                <a:cubicBezTo>
                  <a:pt x="323653" y="1058245"/>
                  <a:pt x="230313" y="1038386"/>
                  <a:pt x="145415" y="1002473"/>
                </a:cubicBezTo>
                <a:lnTo>
                  <a:pt x="43767" y="947293"/>
                </a:lnTo>
                <a:lnTo>
                  <a:pt x="14417" y="852733"/>
                </a:lnTo>
                <a:cubicBezTo>
                  <a:pt x="4964" y="806533"/>
                  <a:pt x="0" y="758698"/>
                  <a:pt x="0" y="709703"/>
                </a:cubicBezTo>
                <a:cubicBezTo>
                  <a:pt x="0" y="611714"/>
                  <a:pt x="19857" y="518363"/>
                  <a:pt x="55765" y="433455"/>
                </a:cubicBezTo>
                <a:lnTo>
                  <a:pt x="57905" y="429512"/>
                </a:lnTo>
                <a:lnTo>
                  <a:pt x="121191" y="312901"/>
                </a:lnTo>
                <a:cubicBezTo>
                  <a:pt x="172201" y="237389"/>
                  <a:pt x="237360" y="172222"/>
                  <a:pt x="312863" y="121206"/>
                </a:cubicBezTo>
                <a:lnTo>
                  <a:pt x="354803" y="98440"/>
                </a:lnTo>
                <a:lnTo>
                  <a:pt x="354802" y="98439"/>
                </a:lnTo>
                <a:lnTo>
                  <a:pt x="433400" y="55772"/>
                </a:lnTo>
                <a:cubicBezTo>
                  <a:pt x="475849" y="37816"/>
                  <a:pt x="520409" y="23873"/>
                  <a:pt x="566603" y="14419"/>
                </a:cubicBezTo>
                <a:lnTo>
                  <a:pt x="657723" y="5232"/>
                </a:lnTo>
                <a:close/>
              </a:path>
            </a:pathLst>
          </a:custGeom>
          <a:solidFill>
            <a:srgbClr val="142544">
              <a:alpha val="98075"/>
            </a:srgb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/>
          <a:lstStyle/>
          <a:p>
            <a:endParaRPr lang="fr-FR" dirty="0"/>
          </a:p>
          <a:p>
            <a:endParaRPr lang="fr-FR" dirty="0"/>
          </a:p>
          <a:p>
            <a:r>
              <a:rPr lang="fr-FR" sz="2400" dirty="0"/>
              <a:t>⚙️</a:t>
            </a:r>
          </a:p>
        </p:txBody>
      </p:sp>
      <p:sp>
        <p:nvSpPr>
          <p:cNvPr id="64" name="Forme libre 63">
            <a:extLst>
              <a:ext uri="{FF2B5EF4-FFF2-40B4-BE49-F238E27FC236}">
                <a16:creationId xmlns:a16="http://schemas.microsoft.com/office/drawing/2014/main" id="{942D2D72-E060-C94F-9EBC-8A9DF8DE8712}"/>
              </a:ext>
            </a:extLst>
          </p:cNvPr>
          <p:cNvSpPr/>
          <p:nvPr/>
        </p:nvSpPr>
        <p:spPr>
          <a:xfrm>
            <a:off x="5948760" y="3958030"/>
            <a:ext cx="147240" cy="98084"/>
          </a:xfrm>
          <a:custGeom>
            <a:avLst/>
            <a:gdLst/>
            <a:ahLst/>
            <a:cxnLst/>
            <a:rect l="l" t="t" r="r" b="b"/>
            <a:pathLst>
              <a:path w="147240" h="98084">
                <a:moveTo>
                  <a:pt x="44250" y="0"/>
                </a:moveTo>
                <a:lnTo>
                  <a:pt x="59626" y="1550"/>
                </a:lnTo>
                <a:lnTo>
                  <a:pt x="147240" y="28750"/>
                </a:lnTo>
                <a:lnTo>
                  <a:pt x="101650" y="42903"/>
                </a:lnTo>
                <a:lnTo>
                  <a:pt x="0" y="98084"/>
                </a:lnTo>
                <a:lnTo>
                  <a:pt x="11999" y="59425"/>
                </a:lnTo>
                <a:lnTo>
                  <a:pt x="44250" y="0"/>
                </a:lnTo>
                <a:close/>
              </a:path>
            </a:pathLst>
          </a:custGeom>
          <a:solidFill>
            <a:srgbClr val="142544">
              <a:alpha val="98226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3" name="Forme libre 62">
            <a:extLst>
              <a:ext uri="{FF2B5EF4-FFF2-40B4-BE49-F238E27FC236}">
                <a16:creationId xmlns:a16="http://schemas.microsoft.com/office/drawing/2014/main" id="{DAE7402A-AA1B-7E4F-B98B-740E0C48B522}"/>
              </a:ext>
            </a:extLst>
          </p:cNvPr>
          <p:cNvSpPr/>
          <p:nvPr/>
        </p:nvSpPr>
        <p:spPr>
          <a:xfrm>
            <a:off x="6096000" y="3958031"/>
            <a:ext cx="147238" cy="98083"/>
          </a:xfrm>
          <a:custGeom>
            <a:avLst/>
            <a:gdLst/>
            <a:ahLst/>
            <a:cxnLst/>
            <a:rect l="l" t="t" r="r" b="b"/>
            <a:pathLst>
              <a:path w="147238" h="98083">
                <a:moveTo>
                  <a:pt x="102989" y="0"/>
                </a:moveTo>
                <a:lnTo>
                  <a:pt x="135239" y="59425"/>
                </a:lnTo>
                <a:lnTo>
                  <a:pt x="147238" y="98083"/>
                </a:lnTo>
                <a:lnTo>
                  <a:pt x="45589" y="42903"/>
                </a:lnTo>
                <a:lnTo>
                  <a:pt x="0" y="28750"/>
                </a:lnTo>
                <a:lnTo>
                  <a:pt x="87613" y="1550"/>
                </a:lnTo>
                <a:lnTo>
                  <a:pt x="102989" y="0"/>
                </a:lnTo>
                <a:close/>
              </a:path>
            </a:pathLst>
          </a:custGeom>
          <a:solidFill>
            <a:srgbClr val="FF8400">
              <a:alpha val="50000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2" name="Forme libre 61">
            <a:extLst>
              <a:ext uri="{FF2B5EF4-FFF2-40B4-BE49-F238E27FC236}">
                <a16:creationId xmlns:a16="http://schemas.microsoft.com/office/drawing/2014/main" id="{447F684D-E143-B640-B730-02CC234E48E0}"/>
              </a:ext>
            </a:extLst>
          </p:cNvPr>
          <p:cNvSpPr/>
          <p:nvPr/>
        </p:nvSpPr>
        <p:spPr>
          <a:xfrm>
            <a:off x="6243238" y="4056114"/>
            <a:ext cx="88164" cy="163067"/>
          </a:xfrm>
          <a:custGeom>
            <a:avLst/>
            <a:gdLst/>
            <a:ahLst/>
            <a:cxnLst/>
            <a:rect l="l" t="t" r="r" b="b"/>
            <a:pathLst>
              <a:path w="88164" h="163067">
                <a:moveTo>
                  <a:pt x="0" y="0"/>
                </a:moveTo>
                <a:lnTo>
                  <a:pt x="18889" y="10254"/>
                </a:lnTo>
                <a:lnTo>
                  <a:pt x="88164" y="67418"/>
                </a:lnTo>
                <a:lnTo>
                  <a:pt x="36255" y="163067"/>
                </a:lnTo>
                <a:lnTo>
                  <a:pt x="29349" y="945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58478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1" name="Forme libre 60">
            <a:extLst>
              <a:ext uri="{FF2B5EF4-FFF2-40B4-BE49-F238E27FC236}">
                <a16:creationId xmlns:a16="http://schemas.microsoft.com/office/drawing/2014/main" id="{44DA7989-4C5E-BC48-81D4-23977B97A833}"/>
              </a:ext>
            </a:extLst>
          </p:cNvPr>
          <p:cNvSpPr/>
          <p:nvPr/>
        </p:nvSpPr>
        <p:spPr>
          <a:xfrm>
            <a:off x="5860598" y="4056114"/>
            <a:ext cx="88163" cy="163066"/>
          </a:xfrm>
          <a:custGeom>
            <a:avLst/>
            <a:gdLst/>
            <a:ahLst/>
            <a:cxnLst/>
            <a:rect l="l" t="t" r="r" b="b"/>
            <a:pathLst>
              <a:path w="88163" h="163066">
                <a:moveTo>
                  <a:pt x="88163" y="0"/>
                </a:moveTo>
                <a:lnTo>
                  <a:pt x="58814" y="94559"/>
                </a:lnTo>
                <a:lnTo>
                  <a:pt x="51909" y="163066"/>
                </a:lnTo>
                <a:lnTo>
                  <a:pt x="0" y="67418"/>
                </a:lnTo>
                <a:lnTo>
                  <a:pt x="69275" y="10253"/>
                </a:lnTo>
                <a:lnTo>
                  <a:pt x="88163" y="0"/>
                </a:lnTo>
                <a:close/>
              </a:path>
            </a:pathLst>
          </a:custGeom>
          <a:solidFill>
            <a:srgbClr val="00CC87">
              <a:alpha val="83614"/>
            </a:srgb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60" name="Forme libre 59">
            <a:extLst>
              <a:ext uri="{FF2B5EF4-FFF2-40B4-BE49-F238E27FC236}">
                <a16:creationId xmlns:a16="http://schemas.microsoft.com/office/drawing/2014/main" id="{B28F5C60-6188-8E4F-A631-7C62908F004A}"/>
              </a:ext>
            </a:extLst>
          </p:cNvPr>
          <p:cNvSpPr/>
          <p:nvPr/>
        </p:nvSpPr>
        <p:spPr>
          <a:xfrm>
            <a:off x="5904995" y="4219180"/>
            <a:ext cx="104719" cy="125002"/>
          </a:xfrm>
          <a:custGeom>
            <a:avLst/>
            <a:gdLst/>
            <a:ahLst/>
            <a:cxnLst/>
            <a:rect l="l" t="t" r="r" b="b"/>
            <a:pathLst>
              <a:path w="104719" h="125002">
                <a:moveTo>
                  <a:pt x="7512" y="0"/>
                </a:moveTo>
                <a:lnTo>
                  <a:pt x="18888" y="20962"/>
                </a:lnTo>
                <a:lnTo>
                  <a:pt x="104719" y="125002"/>
                </a:lnTo>
                <a:lnTo>
                  <a:pt x="47993" y="119282"/>
                </a:lnTo>
                <a:lnTo>
                  <a:pt x="3107" y="105347"/>
                </a:lnTo>
                <a:lnTo>
                  <a:pt x="0" y="74523"/>
                </a:lnTo>
                <a:lnTo>
                  <a:pt x="7512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59" name="Forme libre 58">
            <a:extLst>
              <a:ext uri="{FF2B5EF4-FFF2-40B4-BE49-F238E27FC236}">
                <a16:creationId xmlns:a16="http://schemas.microsoft.com/office/drawing/2014/main" id="{219AC545-DB37-8B45-B934-5FD9D16D4B9E}"/>
              </a:ext>
            </a:extLst>
          </p:cNvPr>
          <p:cNvSpPr/>
          <p:nvPr/>
        </p:nvSpPr>
        <p:spPr>
          <a:xfrm>
            <a:off x="6182286" y="4219180"/>
            <a:ext cx="104718" cy="125002"/>
          </a:xfrm>
          <a:custGeom>
            <a:avLst/>
            <a:gdLst/>
            <a:ahLst/>
            <a:cxnLst/>
            <a:rect l="l" t="t" r="r" b="b"/>
            <a:pathLst>
              <a:path w="104718" h="125002">
                <a:moveTo>
                  <a:pt x="97207" y="0"/>
                </a:moveTo>
                <a:lnTo>
                  <a:pt x="104718" y="74523"/>
                </a:lnTo>
                <a:lnTo>
                  <a:pt x="101611" y="105347"/>
                </a:lnTo>
                <a:lnTo>
                  <a:pt x="56725" y="119282"/>
                </a:lnTo>
                <a:lnTo>
                  <a:pt x="0" y="125002"/>
                </a:lnTo>
                <a:lnTo>
                  <a:pt x="85830" y="20962"/>
                </a:lnTo>
                <a:lnTo>
                  <a:pt x="9720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55" name="Forme libre 54">
            <a:extLst>
              <a:ext uri="{FF2B5EF4-FFF2-40B4-BE49-F238E27FC236}">
                <a16:creationId xmlns:a16="http://schemas.microsoft.com/office/drawing/2014/main" id="{8C2DD0C7-D1D5-504D-ACBB-713534E919B5}"/>
              </a:ext>
            </a:extLst>
          </p:cNvPr>
          <p:cNvSpPr/>
          <p:nvPr/>
        </p:nvSpPr>
        <p:spPr>
          <a:xfrm>
            <a:off x="6009714" y="4344183"/>
            <a:ext cx="172573" cy="71519"/>
          </a:xfrm>
          <a:custGeom>
            <a:avLst/>
            <a:gdLst/>
            <a:ahLst/>
            <a:cxnLst/>
            <a:rect l="l" t="t" r="r" b="b"/>
            <a:pathLst>
              <a:path w="172573" h="71519">
                <a:moveTo>
                  <a:pt x="0" y="0"/>
                </a:moveTo>
                <a:lnTo>
                  <a:pt x="86286" y="8699"/>
                </a:lnTo>
                <a:lnTo>
                  <a:pt x="172573" y="0"/>
                </a:lnTo>
                <a:lnTo>
                  <a:pt x="171752" y="994"/>
                </a:lnTo>
                <a:lnTo>
                  <a:pt x="86286" y="71519"/>
                </a:lnTo>
                <a:lnTo>
                  <a:pt x="820" y="994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44" name="Forme libre 43">
            <a:extLst>
              <a:ext uri="{FF2B5EF4-FFF2-40B4-BE49-F238E27FC236}">
                <a16:creationId xmlns:a16="http://schemas.microsoft.com/office/drawing/2014/main" id="{927691EA-B468-7E44-8140-F660B31140E5}"/>
              </a:ext>
            </a:extLst>
          </p:cNvPr>
          <p:cNvSpPr/>
          <p:nvPr/>
        </p:nvSpPr>
        <p:spPr>
          <a:xfrm>
            <a:off x="6598595" y="3142337"/>
            <a:ext cx="623329" cy="775526"/>
          </a:xfrm>
          <a:custGeom>
            <a:avLst/>
            <a:gdLst/>
            <a:ahLst/>
            <a:cxnLst/>
            <a:rect l="l" t="t" r="r" b="b"/>
            <a:pathLst>
              <a:path w="623329" h="775526">
                <a:moveTo>
                  <a:pt x="0" y="0"/>
                </a:moveTo>
                <a:lnTo>
                  <a:pt x="56725" y="5719"/>
                </a:lnTo>
                <a:cubicBezTo>
                  <a:pt x="380086" y="71896"/>
                  <a:pt x="623329" y="358040"/>
                  <a:pt x="623329" y="701003"/>
                </a:cubicBezTo>
                <a:lnTo>
                  <a:pt x="615818" y="775526"/>
                </a:lnTo>
                <a:lnTo>
                  <a:pt x="604441" y="754564"/>
                </a:lnTo>
                <a:cubicBezTo>
                  <a:pt x="527927" y="641295"/>
                  <a:pt x="419577" y="551305"/>
                  <a:pt x="292231" y="497435"/>
                </a:cubicBezTo>
                <a:lnTo>
                  <a:pt x="203914" y="470017"/>
                </a:lnTo>
                <a:lnTo>
                  <a:pt x="192604" y="357811"/>
                </a:lnTo>
                <a:cubicBezTo>
                  <a:pt x="173699" y="265411"/>
                  <a:pt x="136839" y="179552"/>
                  <a:pt x="85830" y="10403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86" name="Forme libre 85">
            <a:extLst>
              <a:ext uri="{FF2B5EF4-FFF2-40B4-BE49-F238E27FC236}">
                <a16:creationId xmlns:a16="http://schemas.microsoft.com/office/drawing/2014/main" id="{ABA156EC-F218-3344-A493-38AF559E2280}"/>
              </a:ext>
            </a:extLst>
          </p:cNvPr>
          <p:cNvSpPr/>
          <p:nvPr/>
        </p:nvSpPr>
        <p:spPr>
          <a:xfrm>
            <a:off x="5581833" y="2943754"/>
            <a:ext cx="1212210" cy="1391052"/>
          </a:xfrm>
          <a:custGeom>
            <a:avLst/>
            <a:gdLst>
              <a:gd name="connsiteX0" fmla="*/ 785111 w 1212210"/>
              <a:gd name="connsiteY0" fmla="*/ 1016919 h 1391052"/>
              <a:gd name="connsiteX1" fmla="*/ 876231 w 1212210"/>
              <a:gd name="connsiteY1" fmla="*/ 1026106 h 1391052"/>
              <a:gd name="connsiteX2" fmla="*/ 1009434 w 1212210"/>
              <a:gd name="connsiteY2" fmla="*/ 1067459 h 1391052"/>
              <a:gd name="connsiteX3" fmla="*/ 1088032 w 1212210"/>
              <a:gd name="connsiteY3" fmla="*/ 1110126 h 1391052"/>
              <a:gd name="connsiteX4" fmla="*/ 1004367 w 1212210"/>
              <a:gd name="connsiteY4" fmla="*/ 1211540 h 1391052"/>
              <a:gd name="connsiteX5" fmla="*/ 899346 w 1212210"/>
              <a:gd name="connsiteY5" fmla="*/ 1298201 h 1391052"/>
              <a:gd name="connsiteX6" fmla="*/ 857407 w 1212210"/>
              <a:gd name="connsiteY6" fmla="*/ 1320968 h 1391052"/>
              <a:gd name="connsiteX7" fmla="*/ 857407 w 1212210"/>
              <a:gd name="connsiteY7" fmla="*/ 1320968 h 1391052"/>
              <a:gd name="connsiteX8" fmla="*/ 778808 w 1212210"/>
              <a:gd name="connsiteY8" fmla="*/ 1363634 h 1391052"/>
              <a:gd name="connsiteX9" fmla="*/ 690491 w 1212210"/>
              <a:gd name="connsiteY9" fmla="*/ 1391052 h 1391052"/>
              <a:gd name="connsiteX10" fmla="*/ 693598 w 1212210"/>
              <a:gd name="connsiteY10" fmla="*/ 1360228 h 1391052"/>
              <a:gd name="connsiteX11" fmla="*/ 686087 w 1212210"/>
              <a:gd name="connsiteY11" fmla="*/ 1285705 h 1391052"/>
              <a:gd name="connsiteX12" fmla="*/ 737996 w 1212210"/>
              <a:gd name="connsiteY12" fmla="*/ 1190056 h 1391052"/>
              <a:gd name="connsiteX13" fmla="*/ 737997 w 1212210"/>
              <a:gd name="connsiteY13" fmla="*/ 1190056 h 1391052"/>
              <a:gd name="connsiteX14" fmla="*/ 740136 w 1212210"/>
              <a:gd name="connsiteY14" fmla="*/ 1186114 h 1391052"/>
              <a:gd name="connsiteX15" fmla="*/ 781484 w 1212210"/>
              <a:gd name="connsiteY15" fmla="*/ 1052896 h 1391052"/>
              <a:gd name="connsiteX16" fmla="*/ 1021205 w 1212210"/>
              <a:gd name="connsiteY16" fmla="*/ 650525 h 1391052"/>
              <a:gd name="connsiteX17" fmla="*/ 1164217 w 1212210"/>
              <a:gd name="connsiteY17" fmla="*/ 664944 h 1391052"/>
              <a:gd name="connsiteX18" fmla="*/ 1209103 w 1212210"/>
              <a:gd name="connsiteY18" fmla="*/ 678879 h 1391052"/>
              <a:gd name="connsiteX19" fmla="*/ 1212210 w 1212210"/>
              <a:gd name="connsiteY19" fmla="*/ 709703 h 1391052"/>
              <a:gd name="connsiteX20" fmla="*/ 1091019 w 1212210"/>
              <a:gd name="connsiteY20" fmla="*/ 1106505 h 1391052"/>
              <a:gd name="connsiteX21" fmla="*/ 1088033 w 1212210"/>
              <a:gd name="connsiteY21" fmla="*/ 1110125 h 1391052"/>
              <a:gd name="connsiteX22" fmla="*/ 1009435 w 1212210"/>
              <a:gd name="connsiteY22" fmla="*/ 1067458 h 1391052"/>
              <a:gd name="connsiteX23" fmla="*/ 876232 w 1212210"/>
              <a:gd name="connsiteY23" fmla="*/ 1026105 h 1391052"/>
              <a:gd name="connsiteX24" fmla="*/ 785112 w 1212210"/>
              <a:gd name="connsiteY24" fmla="*/ 1016918 h 1391052"/>
              <a:gd name="connsiteX25" fmla="*/ 795902 w 1212210"/>
              <a:gd name="connsiteY25" fmla="*/ 909865 h 1391052"/>
              <a:gd name="connsiteX26" fmla="*/ 781485 w 1212210"/>
              <a:gd name="connsiteY26" fmla="*/ 766835 h 1391052"/>
              <a:gd name="connsiteX27" fmla="*/ 761139 w 1212210"/>
              <a:gd name="connsiteY27" fmla="*/ 701284 h 1391052"/>
              <a:gd name="connsiteX28" fmla="*/ 878193 w 1212210"/>
              <a:gd name="connsiteY28" fmla="*/ 664944 h 1391052"/>
              <a:gd name="connsiteX29" fmla="*/ 1021205 w 1212210"/>
              <a:gd name="connsiteY29" fmla="*/ 650525 h 1391052"/>
              <a:gd name="connsiteX30" fmla="*/ 502594 w 1212210"/>
              <a:gd name="connsiteY30" fmla="*/ 0 h 1391052"/>
              <a:gd name="connsiteX31" fmla="*/ 1004368 w 1212210"/>
              <a:gd name="connsiteY31" fmla="*/ 207867 h 1391052"/>
              <a:gd name="connsiteX32" fmla="*/ 1005189 w 1212210"/>
              <a:gd name="connsiteY32" fmla="*/ 208862 h 1391052"/>
              <a:gd name="connsiteX33" fmla="*/ 918902 w 1212210"/>
              <a:gd name="connsiteY33" fmla="*/ 200162 h 1391052"/>
              <a:gd name="connsiteX34" fmla="*/ 522149 w 1212210"/>
              <a:gd name="connsiteY34" fmla="*/ 321368 h 1391052"/>
              <a:gd name="connsiteX35" fmla="*/ 502594 w 1212210"/>
              <a:gd name="connsiteY35" fmla="*/ 337504 h 1391052"/>
              <a:gd name="connsiteX36" fmla="*/ 483039 w 1212210"/>
              <a:gd name="connsiteY36" fmla="*/ 321368 h 1391052"/>
              <a:gd name="connsiteX37" fmla="*/ 86286 w 1212210"/>
              <a:gd name="connsiteY37" fmla="*/ 200162 h 1391052"/>
              <a:gd name="connsiteX38" fmla="*/ 0 w 1212210"/>
              <a:gd name="connsiteY38" fmla="*/ 208862 h 1391052"/>
              <a:gd name="connsiteX39" fmla="*/ 820 w 1212210"/>
              <a:gd name="connsiteY39" fmla="*/ 207867 h 1391052"/>
              <a:gd name="connsiteX40" fmla="*/ 502594 w 1212210"/>
              <a:gd name="connsiteY40" fmla="*/ 0 h 139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212210" h="1391052">
                <a:moveTo>
                  <a:pt x="785111" y="1016919"/>
                </a:moveTo>
                <a:lnTo>
                  <a:pt x="876231" y="1026106"/>
                </a:lnTo>
                <a:cubicBezTo>
                  <a:pt x="922426" y="1035560"/>
                  <a:pt x="966985" y="1049503"/>
                  <a:pt x="1009434" y="1067459"/>
                </a:cubicBezTo>
                <a:lnTo>
                  <a:pt x="1088032" y="1110126"/>
                </a:lnTo>
                <a:lnTo>
                  <a:pt x="1004367" y="1211540"/>
                </a:lnTo>
                <a:cubicBezTo>
                  <a:pt x="972264" y="1243648"/>
                  <a:pt x="937098" y="1272693"/>
                  <a:pt x="899346" y="1298201"/>
                </a:cubicBezTo>
                <a:lnTo>
                  <a:pt x="857407" y="1320968"/>
                </a:lnTo>
                <a:lnTo>
                  <a:pt x="857407" y="1320968"/>
                </a:lnTo>
                <a:lnTo>
                  <a:pt x="778808" y="1363634"/>
                </a:lnTo>
                <a:lnTo>
                  <a:pt x="690491" y="1391052"/>
                </a:lnTo>
                <a:lnTo>
                  <a:pt x="693598" y="1360228"/>
                </a:lnTo>
                <a:lnTo>
                  <a:pt x="686087" y="1285705"/>
                </a:lnTo>
                <a:lnTo>
                  <a:pt x="737996" y="1190056"/>
                </a:lnTo>
                <a:lnTo>
                  <a:pt x="737997" y="1190056"/>
                </a:lnTo>
                <a:lnTo>
                  <a:pt x="740136" y="1186114"/>
                </a:lnTo>
                <a:cubicBezTo>
                  <a:pt x="758090" y="1143661"/>
                  <a:pt x="772032" y="1099096"/>
                  <a:pt x="781484" y="1052896"/>
                </a:cubicBezTo>
                <a:close/>
                <a:moveTo>
                  <a:pt x="1021205" y="650525"/>
                </a:moveTo>
                <a:cubicBezTo>
                  <a:pt x="1070194" y="650525"/>
                  <a:pt x="1118023" y="655490"/>
                  <a:pt x="1164217" y="664944"/>
                </a:cubicBezTo>
                <a:lnTo>
                  <a:pt x="1209103" y="678879"/>
                </a:lnTo>
                <a:lnTo>
                  <a:pt x="1212210" y="709703"/>
                </a:lnTo>
                <a:cubicBezTo>
                  <a:pt x="1212210" y="856687"/>
                  <a:pt x="1167533" y="993235"/>
                  <a:pt x="1091019" y="1106505"/>
                </a:cubicBezTo>
                <a:lnTo>
                  <a:pt x="1088033" y="1110125"/>
                </a:lnTo>
                <a:lnTo>
                  <a:pt x="1009435" y="1067458"/>
                </a:lnTo>
                <a:cubicBezTo>
                  <a:pt x="966986" y="1049502"/>
                  <a:pt x="922427" y="1035559"/>
                  <a:pt x="876232" y="1026105"/>
                </a:cubicBezTo>
                <a:lnTo>
                  <a:pt x="785112" y="1016918"/>
                </a:lnTo>
                <a:lnTo>
                  <a:pt x="795902" y="909865"/>
                </a:lnTo>
                <a:cubicBezTo>
                  <a:pt x="795902" y="860870"/>
                  <a:pt x="790938" y="813035"/>
                  <a:pt x="781485" y="766835"/>
                </a:cubicBezTo>
                <a:lnTo>
                  <a:pt x="761139" y="701284"/>
                </a:lnTo>
                <a:lnTo>
                  <a:pt x="878193" y="664944"/>
                </a:lnTo>
                <a:cubicBezTo>
                  <a:pt x="924387" y="655490"/>
                  <a:pt x="972216" y="650525"/>
                  <a:pt x="1021205" y="650525"/>
                </a:cubicBezTo>
                <a:close/>
                <a:moveTo>
                  <a:pt x="502594" y="0"/>
                </a:moveTo>
                <a:cubicBezTo>
                  <a:pt x="698549" y="0"/>
                  <a:pt x="875953" y="79436"/>
                  <a:pt x="1004368" y="207867"/>
                </a:cubicBezTo>
                <a:lnTo>
                  <a:pt x="1005189" y="208862"/>
                </a:lnTo>
                <a:lnTo>
                  <a:pt x="918902" y="200162"/>
                </a:lnTo>
                <a:cubicBezTo>
                  <a:pt x="771936" y="200162"/>
                  <a:pt x="635405" y="244845"/>
                  <a:pt x="522149" y="321368"/>
                </a:cubicBezTo>
                <a:lnTo>
                  <a:pt x="502594" y="337504"/>
                </a:lnTo>
                <a:lnTo>
                  <a:pt x="483039" y="321368"/>
                </a:lnTo>
                <a:cubicBezTo>
                  <a:pt x="369784" y="244845"/>
                  <a:pt x="233252" y="200162"/>
                  <a:pt x="86286" y="200162"/>
                </a:cubicBezTo>
                <a:lnTo>
                  <a:pt x="0" y="208862"/>
                </a:lnTo>
                <a:lnTo>
                  <a:pt x="820" y="207867"/>
                </a:lnTo>
                <a:cubicBezTo>
                  <a:pt x="129235" y="79436"/>
                  <a:pt x="306639" y="0"/>
                  <a:pt x="502594" y="0"/>
                </a:cubicBezTo>
                <a:close/>
              </a:path>
            </a:pathLst>
          </a:custGeom>
          <a:solidFill>
            <a:srgbClr val="E1651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  <p:txBody>
          <a:bodyPr wrap="square">
            <a:noAutofit/>
          </a:bodyPr>
          <a:lstStyle/>
          <a:p>
            <a:pPr algn="ctr"/>
            <a:endParaRPr lang="fr-FR" dirty="0"/>
          </a:p>
        </p:txBody>
      </p:sp>
      <p:sp>
        <p:nvSpPr>
          <p:cNvPr id="85" name="Forme libre 84">
            <a:extLst>
              <a:ext uri="{FF2B5EF4-FFF2-40B4-BE49-F238E27FC236}">
                <a16:creationId xmlns:a16="http://schemas.microsoft.com/office/drawing/2014/main" id="{9DCAC6BB-B2AE-5E4B-9AB4-33CE8D0A97A8}"/>
              </a:ext>
            </a:extLst>
          </p:cNvPr>
          <p:cNvSpPr/>
          <p:nvPr/>
        </p:nvSpPr>
        <p:spPr>
          <a:xfrm>
            <a:off x="5629457" y="4111478"/>
            <a:ext cx="1375468" cy="1241035"/>
          </a:xfrm>
          <a:custGeom>
            <a:avLst/>
            <a:gdLst>
              <a:gd name="connsiteX0" fmla="*/ 1375468 w 1375468"/>
              <a:gd name="connsiteY0" fmla="*/ 768922 h 1241035"/>
              <a:gd name="connsiteX1" fmla="*/ 1363469 w 1375468"/>
              <a:gd name="connsiteY1" fmla="*/ 807580 h 1241035"/>
              <a:gd name="connsiteX2" fmla="*/ 709618 w 1375468"/>
              <a:gd name="connsiteY2" fmla="*/ 1241035 h 1241035"/>
              <a:gd name="connsiteX3" fmla="*/ 566606 w 1375468"/>
              <a:gd name="connsiteY3" fmla="*/ 1226616 h 1241035"/>
              <a:gd name="connsiteX4" fmla="*/ 478993 w 1375468"/>
              <a:gd name="connsiteY4" fmla="*/ 1199417 h 1241035"/>
              <a:gd name="connsiteX5" fmla="*/ 524582 w 1375468"/>
              <a:gd name="connsiteY5" fmla="*/ 1185263 h 1241035"/>
              <a:gd name="connsiteX6" fmla="*/ 836792 w 1375468"/>
              <a:gd name="connsiteY6" fmla="*/ 928134 h 1241035"/>
              <a:gd name="connsiteX7" fmla="*/ 869967 w 1375468"/>
              <a:gd name="connsiteY7" fmla="*/ 867006 h 1241035"/>
              <a:gd name="connsiteX8" fmla="*/ 997603 w 1375468"/>
              <a:gd name="connsiteY8" fmla="*/ 879874 h 1241035"/>
              <a:gd name="connsiteX9" fmla="*/ 1273818 w 1375468"/>
              <a:gd name="connsiteY9" fmla="*/ 824102 h 1241035"/>
              <a:gd name="connsiteX10" fmla="*/ 478991 w 1375468"/>
              <a:gd name="connsiteY10" fmla="*/ 651598 h 1241035"/>
              <a:gd name="connsiteX11" fmla="*/ 495828 w 1375468"/>
              <a:gd name="connsiteY11" fmla="*/ 672007 h 1241035"/>
              <a:gd name="connsiteX12" fmla="*/ 854590 w 1375468"/>
              <a:gd name="connsiteY12" fmla="*/ 865455 h 1241035"/>
              <a:gd name="connsiteX13" fmla="*/ 869966 w 1375468"/>
              <a:gd name="connsiteY13" fmla="*/ 867006 h 1241035"/>
              <a:gd name="connsiteX14" fmla="*/ 836791 w 1375468"/>
              <a:gd name="connsiteY14" fmla="*/ 928134 h 1241035"/>
              <a:gd name="connsiteX15" fmla="*/ 524581 w 1375468"/>
              <a:gd name="connsiteY15" fmla="*/ 1185263 h 1241035"/>
              <a:gd name="connsiteX16" fmla="*/ 478992 w 1375468"/>
              <a:gd name="connsiteY16" fmla="*/ 1199417 h 1241035"/>
              <a:gd name="connsiteX17" fmla="*/ 433402 w 1375468"/>
              <a:gd name="connsiteY17" fmla="*/ 1185263 h 1241035"/>
              <a:gd name="connsiteX18" fmla="*/ 121192 w 1375468"/>
              <a:gd name="connsiteY18" fmla="*/ 928134 h 1241035"/>
              <a:gd name="connsiteX19" fmla="*/ 88017 w 1375468"/>
              <a:gd name="connsiteY19" fmla="*/ 867005 h 1241035"/>
              <a:gd name="connsiteX20" fmla="*/ 103392 w 1375468"/>
              <a:gd name="connsiteY20" fmla="*/ 865455 h 1241035"/>
              <a:gd name="connsiteX21" fmla="*/ 462154 w 1375468"/>
              <a:gd name="connsiteY21" fmla="*/ 672007 h 1241035"/>
              <a:gd name="connsiteX22" fmla="*/ 243589 w 1375468"/>
              <a:gd name="connsiteY22" fmla="*/ 0 h 1241035"/>
              <a:gd name="connsiteX23" fmla="*/ 295498 w 1375468"/>
              <a:gd name="connsiteY23" fmla="*/ 95648 h 1241035"/>
              <a:gd name="connsiteX24" fmla="*/ 287986 w 1375468"/>
              <a:gd name="connsiteY24" fmla="*/ 170171 h 1241035"/>
              <a:gd name="connsiteX25" fmla="*/ 291093 w 1375468"/>
              <a:gd name="connsiteY25" fmla="*/ 200995 h 1241035"/>
              <a:gd name="connsiteX26" fmla="*/ 302403 w 1375468"/>
              <a:gd name="connsiteY26" fmla="*/ 313201 h 1241035"/>
              <a:gd name="connsiteX27" fmla="*/ 322749 w 1375468"/>
              <a:gd name="connsiteY27" fmla="*/ 378753 h 1241035"/>
              <a:gd name="connsiteX28" fmla="*/ 343750 w 1375468"/>
              <a:gd name="connsiteY28" fmla="*/ 446418 h 1241035"/>
              <a:gd name="connsiteX29" fmla="*/ 409176 w 1375468"/>
              <a:gd name="connsiteY29" fmla="*/ 566972 h 1241035"/>
              <a:gd name="connsiteX30" fmla="*/ 478990 w 1375468"/>
              <a:gd name="connsiteY30" fmla="*/ 651597 h 1241035"/>
              <a:gd name="connsiteX31" fmla="*/ 462153 w 1375468"/>
              <a:gd name="connsiteY31" fmla="*/ 672006 h 1241035"/>
              <a:gd name="connsiteX32" fmla="*/ 103391 w 1375468"/>
              <a:gd name="connsiteY32" fmla="*/ 865454 h 1241035"/>
              <a:gd name="connsiteX33" fmla="*/ 88016 w 1375468"/>
              <a:gd name="connsiteY33" fmla="*/ 867004 h 1241035"/>
              <a:gd name="connsiteX34" fmla="*/ 55765 w 1375468"/>
              <a:gd name="connsiteY34" fmla="*/ 807579 h 1241035"/>
              <a:gd name="connsiteX35" fmla="*/ 0 w 1375468"/>
              <a:gd name="connsiteY35" fmla="*/ 531331 h 1241035"/>
              <a:gd name="connsiteX36" fmla="*/ 10791 w 1375468"/>
              <a:gd name="connsiteY36" fmla="*/ 424278 h 1241035"/>
              <a:gd name="connsiteX37" fmla="*/ 10792 w 1375468"/>
              <a:gd name="connsiteY37" fmla="*/ 424278 h 1241035"/>
              <a:gd name="connsiteX38" fmla="*/ 14418 w 1375468"/>
              <a:gd name="connsiteY38" fmla="*/ 388302 h 1241035"/>
              <a:gd name="connsiteX39" fmla="*/ 121192 w 1375468"/>
              <a:gd name="connsiteY39" fmla="*/ 134530 h 1241035"/>
              <a:gd name="connsiteX40" fmla="*/ 124178 w 1375468"/>
              <a:gd name="connsiteY40" fmla="*/ 130910 h 1241035"/>
              <a:gd name="connsiteX41" fmla="*/ 207843 w 1375468"/>
              <a:gd name="connsiteY41" fmla="*/ 29496 h 1241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375468" h="1241035">
                <a:moveTo>
                  <a:pt x="1375468" y="768922"/>
                </a:moveTo>
                <a:lnTo>
                  <a:pt x="1363469" y="807580"/>
                </a:lnTo>
                <a:cubicBezTo>
                  <a:pt x="1255743" y="1062304"/>
                  <a:pt x="1003551" y="1241035"/>
                  <a:pt x="709618" y="1241035"/>
                </a:cubicBezTo>
                <a:cubicBezTo>
                  <a:pt x="660629" y="1241035"/>
                  <a:pt x="612800" y="1236070"/>
                  <a:pt x="566606" y="1226616"/>
                </a:cubicBezTo>
                <a:lnTo>
                  <a:pt x="478993" y="1199417"/>
                </a:lnTo>
                <a:lnTo>
                  <a:pt x="524582" y="1185263"/>
                </a:lnTo>
                <a:cubicBezTo>
                  <a:pt x="651928" y="1131394"/>
                  <a:pt x="760278" y="1041403"/>
                  <a:pt x="836792" y="928134"/>
                </a:cubicBezTo>
                <a:lnTo>
                  <a:pt x="869967" y="867006"/>
                </a:lnTo>
                <a:lnTo>
                  <a:pt x="997603" y="879874"/>
                </a:lnTo>
                <a:cubicBezTo>
                  <a:pt x="1095581" y="879874"/>
                  <a:pt x="1188920" y="860015"/>
                  <a:pt x="1273818" y="824102"/>
                </a:cubicBezTo>
                <a:close/>
                <a:moveTo>
                  <a:pt x="478991" y="651598"/>
                </a:moveTo>
                <a:lnTo>
                  <a:pt x="495828" y="672007"/>
                </a:lnTo>
                <a:cubicBezTo>
                  <a:pt x="592139" y="768330"/>
                  <a:pt x="716007" y="837094"/>
                  <a:pt x="854590" y="865455"/>
                </a:cubicBezTo>
                <a:lnTo>
                  <a:pt x="869966" y="867006"/>
                </a:lnTo>
                <a:lnTo>
                  <a:pt x="836791" y="928134"/>
                </a:lnTo>
                <a:cubicBezTo>
                  <a:pt x="760277" y="1041403"/>
                  <a:pt x="651927" y="1131394"/>
                  <a:pt x="524581" y="1185263"/>
                </a:cubicBezTo>
                <a:lnTo>
                  <a:pt x="478992" y="1199417"/>
                </a:lnTo>
                <a:lnTo>
                  <a:pt x="433402" y="1185263"/>
                </a:lnTo>
                <a:cubicBezTo>
                  <a:pt x="306057" y="1131394"/>
                  <a:pt x="197706" y="1041403"/>
                  <a:pt x="121192" y="928134"/>
                </a:cubicBezTo>
                <a:lnTo>
                  <a:pt x="88017" y="867005"/>
                </a:lnTo>
                <a:lnTo>
                  <a:pt x="103392" y="865455"/>
                </a:lnTo>
                <a:cubicBezTo>
                  <a:pt x="241975" y="837094"/>
                  <a:pt x="365843" y="768330"/>
                  <a:pt x="462154" y="672007"/>
                </a:cubicBezTo>
                <a:close/>
                <a:moveTo>
                  <a:pt x="243589" y="0"/>
                </a:moveTo>
                <a:lnTo>
                  <a:pt x="295498" y="95648"/>
                </a:lnTo>
                <a:lnTo>
                  <a:pt x="287986" y="170171"/>
                </a:lnTo>
                <a:lnTo>
                  <a:pt x="291093" y="200995"/>
                </a:lnTo>
                <a:lnTo>
                  <a:pt x="302403" y="313201"/>
                </a:lnTo>
                <a:lnTo>
                  <a:pt x="322749" y="378753"/>
                </a:lnTo>
                <a:lnTo>
                  <a:pt x="343750" y="446418"/>
                </a:lnTo>
                <a:cubicBezTo>
                  <a:pt x="361705" y="488872"/>
                  <a:pt x="383672" y="529215"/>
                  <a:pt x="409176" y="566972"/>
                </a:cubicBezTo>
                <a:lnTo>
                  <a:pt x="478990" y="651597"/>
                </a:lnTo>
                <a:lnTo>
                  <a:pt x="462153" y="672006"/>
                </a:lnTo>
                <a:cubicBezTo>
                  <a:pt x="365842" y="768329"/>
                  <a:pt x="241974" y="837093"/>
                  <a:pt x="103391" y="865454"/>
                </a:cubicBezTo>
                <a:lnTo>
                  <a:pt x="88016" y="867004"/>
                </a:lnTo>
                <a:lnTo>
                  <a:pt x="55765" y="807579"/>
                </a:lnTo>
                <a:cubicBezTo>
                  <a:pt x="19857" y="722672"/>
                  <a:pt x="0" y="629321"/>
                  <a:pt x="0" y="531331"/>
                </a:cubicBezTo>
                <a:lnTo>
                  <a:pt x="10791" y="424278"/>
                </a:lnTo>
                <a:lnTo>
                  <a:pt x="10792" y="424278"/>
                </a:lnTo>
                <a:lnTo>
                  <a:pt x="14418" y="388302"/>
                </a:lnTo>
                <a:cubicBezTo>
                  <a:pt x="33324" y="295902"/>
                  <a:pt x="70183" y="210044"/>
                  <a:pt x="121192" y="134530"/>
                </a:cubicBezTo>
                <a:lnTo>
                  <a:pt x="124178" y="130910"/>
                </a:lnTo>
                <a:lnTo>
                  <a:pt x="207843" y="29496"/>
                </a:lnTo>
                <a:close/>
              </a:path>
            </a:pathLst>
          </a:custGeom>
          <a:solidFill>
            <a:srgbClr val="00CC8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27" name="Forme libre 26">
            <a:extLst>
              <a:ext uri="{FF2B5EF4-FFF2-40B4-BE49-F238E27FC236}">
                <a16:creationId xmlns:a16="http://schemas.microsoft.com/office/drawing/2014/main" id="{8A3F96AC-F998-DB41-A05C-81EC7DF1A27B}"/>
              </a:ext>
            </a:extLst>
          </p:cNvPr>
          <p:cNvSpPr/>
          <p:nvPr/>
        </p:nvSpPr>
        <p:spPr>
          <a:xfrm>
            <a:off x="6095999" y="4324527"/>
            <a:ext cx="187898" cy="177758"/>
          </a:xfrm>
          <a:custGeom>
            <a:avLst/>
            <a:gdLst/>
            <a:ahLst/>
            <a:cxnLst/>
            <a:rect l="l" t="t" r="r" b="b"/>
            <a:pathLst>
              <a:path w="187898" h="177758">
                <a:moveTo>
                  <a:pt x="187898" y="0"/>
                </a:moveTo>
                <a:lnTo>
                  <a:pt x="176588" y="112206"/>
                </a:lnTo>
                <a:lnTo>
                  <a:pt x="156242" y="177758"/>
                </a:lnTo>
                <a:lnTo>
                  <a:pt x="140093" y="172744"/>
                </a:lnTo>
                <a:cubicBezTo>
                  <a:pt x="97645" y="154788"/>
                  <a:pt x="57307" y="132818"/>
                  <a:pt x="19555" y="107310"/>
                </a:cubicBezTo>
                <a:lnTo>
                  <a:pt x="0" y="91174"/>
                </a:lnTo>
                <a:lnTo>
                  <a:pt x="85466" y="20649"/>
                </a:lnTo>
                <a:lnTo>
                  <a:pt x="86287" y="19655"/>
                </a:lnTo>
                <a:lnTo>
                  <a:pt x="143012" y="13935"/>
                </a:lnTo>
                <a:lnTo>
                  <a:pt x="187898" y="0"/>
                </a:lnTo>
                <a:close/>
              </a:path>
            </a:pathLst>
          </a:custGeom>
          <a:solidFill>
            <a:schemeClr val="bg1">
              <a:lumMod val="65000"/>
              <a:alpha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23" name="Forme libre 22">
            <a:extLst>
              <a:ext uri="{FF2B5EF4-FFF2-40B4-BE49-F238E27FC236}">
                <a16:creationId xmlns:a16="http://schemas.microsoft.com/office/drawing/2014/main" id="{DCA54F79-1961-7340-85CF-ED0121CA5495}"/>
              </a:ext>
            </a:extLst>
          </p:cNvPr>
          <p:cNvSpPr/>
          <p:nvPr/>
        </p:nvSpPr>
        <p:spPr>
          <a:xfrm>
            <a:off x="5199526" y="4892455"/>
            <a:ext cx="896475" cy="472113"/>
          </a:xfrm>
          <a:custGeom>
            <a:avLst/>
            <a:gdLst/>
            <a:ahLst/>
            <a:cxnLst/>
            <a:rect l="l" t="t" r="r" b="b"/>
            <a:pathLst>
              <a:path w="896475" h="472113">
                <a:moveTo>
                  <a:pt x="0" y="0"/>
                </a:moveTo>
                <a:lnTo>
                  <a:pt x="101648" y="55180"/>
                </a:lnTo>
                <a:cubicBezTo>
                  <a:pt x="186546" y="91093"/>
                  <a:pt x="279886" y="110952"/>
                  <a:pt x="377863" y="110952"/>
                </a:cubicBezTo>
                <a:lnTo>
                  <a:pt x="505500" y="98083"/>
                </a:lnTo>
                <a:lnTo>
                  <a:pt x="538675" y="159212"/>
                </a:lnTo>
                <a:cubicBezTo>
                  <a:pt x="615189" y="272481"/>
                  <a:pt x="723540" y="362472"/>
                  <a:pt x="850885" y="416341"/>
                </a:cubicBezTo>
                <a:lnTo>
                  <a:pt x="896475" y="430495"/>
                </a:lnTo>
                <a:lnTo>
                  <a:pt x="808861" y="457694"/>
                </a:lnTo>
                <a:cubicBezTo>
                  <a:pt x="762667" y="467148"/>
                  <a:pt x="714838" y="472113"/>
                  <a:pt x="665849" y="472113"/>
                </a:cubicBezTo>
                <a:cubicBezTo>
                  <a:pt x="371917" y="472113"/>
                  <a:pt x="119724" y="293382"/>
                  <a:pt x="11998" y="38658"/>
                </a:cubicBezTo>
                <a:lnTo>
                  <a:pt x="0" y="0"/>
                </a:lnTo>
                <a:close/>
              </a:path>
            </a:pathLst>
          </a:custGeom>
          <a:solidFill>
            <a:srgbClr val="142544">
              <a:alpha val="97647"/>
            </a:srgb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50000"/>
              <a:hueOff val="0"/>
              <a:satOff val="0"/>
              <a:lumOff val="0"/>
              <a:alphaOff val="0"/>
            </a:schemeClr>
          </a:effectRef>
          <a:fontRef idx="minor">
            <a:schemeClr val="tx1"/>
          </a:fontRef>
        </p:style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5BFDF3-39EE-6946-AA86-E9FA0D83AD4D}"/>
              </a:ext>
            </a:extLst>
          </p:cNvPr>
          <p:cNvSpPr txBox="1"/>
          <p:nvPr/>
        </p:nvSpPr>
        <p:spPr>
          <a:xfrm>
            <a:off x="897192" y="3259252"/>
            <a:ext cx="3609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01</a:t>
            </a:r>
            <a:r>
              <a:rPr lang="fr-FR" sz="2400" dirty="0"/>
              <a:t>    Présentation du projet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6310BB-C46B-E442-AA11-CC4056827EED}"/>
              </a:ext>
            </a:extLst>
          </p:cNvPr>
          <p:cNvSpPr txBox="1"/>
          <p:nvPr/>
        </p:nvSpPr>
        <p:spPr>
          <a:xfrm>
            <a:off x="838199" y="3809406"/>
            <a:ext cx="2863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sz="2400" b="1" dirty="0">
                <a:solidFill>
                  <a:srgbClr val="FD7210"/>
                </a:solidFill>
              </a:rPr>
              <a:t>02</a:t>
            </a:r>
            <a:r>
              <a:rPr lang="fr-FR" sz="2400" dirty="0"/>
              <a:t>    Choix de design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0CFF57-8EF4-F443-A7D2-2C4D7630276C}"/>
              </a:ext>
            </a:extLst>
          </p:cNvPr>
          <p:cNvSpPr txBox="1"/>
          <p:nvPr/>
        </p:nvSpPr>
        <p:spPr>
          <a:xfrm>
            <a:off x="867695" y="4341962"/>
            <a:ext cx="3148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03</a:t>
            </a:r>
            <a:r>
              <a:rPr lang="fr-FR" sz="2400" dirty="0"/>
              <a:t>   Architecture du site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B7365B-A0B3-0D43-8C37-940E110066FA}"/>
              </a:ext>
            </a:extLst>
          </p:cNvPr>
          <p:cNvSpPr txBox="1"/>
          <p:nvPr/>
        </p:nvSpPr>
        <p:spPr>
          <a:xfrm>
            <a:off x="8200107" y="3142337"/>
            <a:ext cx="3126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04</a:t>
            </a:r>
            <a:r>
              <a:rPr lang="fr-FR" sz="2400" dirty="0"/>
              <a:t>   Points techniques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854B23-56E4-8447-92E2-7F133AB31231}"/>
              </a:ext>
            </a:extLst>
          </p:cNvPr>
          <p:cNvSpPr txBox="1"/>
          <p:nvPr/>
        </p:nvSpPr>
        <p:spPr>
          <a:xfrm>
            <a:off x="8273846" y="3738515"/>
            <a:ext cx="361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05  </a:t>
            </a:r>
            <a:r>
              <a:rPr lang="fr-FR" sz="2400" dirty="0"/>
              <a:t>GitHub et déploiement 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751734-C88A-D041-A05A-7CE672BDBA4C}"/>
              </a:ext>
            </a:extLst>
          </p:cNvPr>
          <p:cNvSpPr txBox="1"/>
          <p:nvPr/>
        </p:nvSpPr>
        <p:spPr>
          <a:xfrm>
            <a:off x="8288594" y="4415702"/>
            <a:ext cx="3379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06</a:t>
            </a:r>
            <a:r>
              <a:rPr lang="fr-FR" sz="2400" dirty="0"/>
              <a:t>  Difficultés et Solution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5BC6BC-83E1-ED4F-BD4F-C45EA398F8BA}"/>
              </a:ext>
            </a:extLst>
          </p:cNvPr>
          <p:cNvSpPr txBox="1"/>
          <p:nvPr/>
        </p:nvSpPr>
        <p:spPr>
          <a:xfrm>
            <a:off x="4243103" y="5663381"/>
            <a:ext cx="390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D7210"/>
                </a:solidFill>
              </a:rPr>
              <a:t>08 </a:t>
            </a:r>
            <a:r>
              <a:rPr lang="fr-FR" sz="2400" dirty="0"/>
              <a:t>Conclusion &amp; Perspectives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3DA079D-0210-264F-B038-383DA9D92247}"/>
              </a:ext>
            </a:extLst>
          </p:cNvPr>
          <p:cNvSpPr txBox="1"/>
          <p:nvPr/>
        </p:nvSpPr>
        <p:spPr>
          <a:xfrm>
            <a:off x="4913289" y="2262124"/>
            <a:ext cx="289027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rgbClr val="FD7210"/>
                </a:solidFill>
              </a:rPr>
              <a:t>07</a:t>
            </a:r>
            <a:r>
              <a:rPr lang="fr-FR" sz="2400" dirty="0"/>
              <a:t> Ressources utilisés</a:t>
            </a:r>
          </a:p>
          <a:p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A43F5FD-0256-384C-BBCB-462091840B35}"/>
              </a:ext>
            </a:extLst>
          </p:cNvPr>
          <p:cNvGrpSpPr/>
          <p:nvPr/>
        </p:nvGrpSpPr>
        <p:grpSpPr>
          <a:xfrm>
            <a:off x="6009714" y="2943754"/>
            <a:ext cx="792796" cy="757329"/>
            <a:chOff x="6009714" y="2943754"/>
            <a:chExt cx="792796" cy="757329"/>
          </a:xfrm>
        </p:grpSpPr>
        <p:sp>
          <p:nvSpPr>
            <p:cNvPr id="71" name="Forme libre 70">
              <a:extLst>
                <a:ext uri="{FF2B5EF4-FFF2-40B4-BE49-F238E27FC236}">
                  <a16:creationId xmlns:a16="http://schemas.microsoft.com/office/drawing/2014/main" id="{80A415D4-2FE4-204A-9F34-C2E92B42416F}"/>
                </a:ext>
              </a:extLst>
            </p:cNvPr>
            <p:cNvSpPr/>
            <p:nvPr/>
          </p:nvSpPr>
          <p:spPr>
            <a:xfrm>
              <a:off x="6009714" y="3133636"/>
              <a:ext cx="792796" cy="567447"/>
            </a:xfrm>
            <a:custGeom>
              <a:avLst/>
              <a:gdLst/>
              <a:ahLst/>
              <a:cxnLst/>
              <a:rect l="l" t="t" r="r" b="b"/>
              <a:pathLst>
                <a:path w="706509" h="501122">
                  <a:moveTo>
                    <a:pt x="416308" y="0"/>
                  </a:moveTo>
                  <a:lnTo>
                    <a:pt x="502595" y="8700"/>
                  </a:lnTo>
                  <a:lnTo>
                    <a:pt x="588425" y="112739"/>
                  </a:lnTo>
                  <a:cubicBezTo>
                    <a:pt x="639434" y="188252"/>
                    <a:pt x="676294" y="274111"/>
                    <a:pt x="695199" y="366511"/>
                  </a:cubicBezTo>
                  <a:lnTo>
                    <a:pt x="706509" y="478717"/>
                  </a:lnTo>
                  <a:lnTo>
                    <a:pt x="661623" y="464782"/>
                  </a:lnTo>
                  <a:cubicBezTo>
                    <a:pt x="615429" y="455328"/>
                    <a:pt x="567600" y="450363"/>
                    <a:pt x="518611" y="450363"/>
                  </a:cubicBezTo>
                  <a:cubicBezTo>
                    <a:pt x="469622" y="450363"/>
                    <a:pt x="421793" y="455328"/>
                    <a:pt x="375599" y="464782"/>
                  </a:cubicBezTo>
                  <a:lnTo>
                    <a:pt x="258545" y="501122"/>
                  </a:lnTo>
                  <a:lnTo>
                    <a:pt x="237543" y="433455"/>
                  </a:lnTo>
                  <a:cubicBezTo>
                    <a:pt x="201635" y="348547"/>
                    <a:pt x="149674" y="272083"/>
                    <a:pt x="85466" y="207867"/>
                  </a:cubicBezTo>
                  <a:lnTo>
                    <a:pt x="0" y="137342"/>
                  </a:lnTo>
                  <a:lnTo>
                    <a:pt x="19555" y="121206"/>
                  </a:lnTo>
                  <a:cubicBezTo>
                    <a:pt x="132811" y="44683"/>
                    <a:pt x="269342" y="0"/>
                    <a:pt x="416308" y="0"/>
                  </a:cubicBezTo>
                  <a:close/>
                </a:path>
              </a:pathLst>
            </a:custGeom>
            <a:solidFill>
              <a:srgbClr val="E1651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7FD7778-FFDF-DA46-B8DA-5ACEAADC7FB0}"/>
                </a:ext>
              </a:extLst>
            </p:cNvPr>
            <p:cNvSpPr txBox="1"/>
            <p:nvPr/>
          </p:nvSpPr>
          <p:spPr>
            <a:xfrm>
              <a:off x="6057527" y="294375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/>
              <a:r>
                <a:rPr lang="fr-FR" sz="2400" dirty="0"/>
                <a:t>👩‍💻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A578956C-CA14-1C4E-9CAD-FE2C1AC156E2}"/>
              </a:ext>
            </a:extLst>
          </p:cNvPr>
          <p:cNvGrpSpPr/>
          <p:nvPr/>
        </p:nvGrpSpPr>
        <p:grpSpPr>
          <a:xfrm>
            <a:off x="4968428" y="3133636"/>
            <a:ext cx="1408442" cy="1005107"/>
            <a:chOff x="4968428" y="3133636"/>
            <a:chExt cx="1408442" cy="1005107"/>
          </a:xfrm>
        </p:grpSpPr>
        <p:sp>
          <p:nvSpPr>
            <p:cNvPr id="82" name="Forme libre 81">
              <a:extLst>
                <a:ext uri="{FF2B5EF4-FFF2-40B4-BE49-F238E27FC236}">
                  <a16:creationId xmlns:a16="http://schemas.microsoft.com/office/drawing/2014/main" id="{7CE82C11-BFD9-7543-91DE-5DCB1041213F}"/>
                </a:ext>
              </a:extLst>
            </p:cNvPr>
            <p:cNvSpPr/>
            <p:nvPr/>
          </p:nvSpPr>
          <p:spPr>
            <a:xfrm>
              <a:off x="4968428" y="3148849"/>
              <a:ext cx="1408442" cy="989894"/>
            </a:xfrm>
            <a:custGeom>
              <a:avLst/>
              <a:gdLst>
                <a:gd name="connsiteX0" fmla="*/ 1356550 w 1408442"/>
                <a:gd name="connsiteY0" fmla="*/ 811524 h 989894"/>
                <a:gd name="connsiteX1" fmla="*/ 1408442 w 1408442"/>
                <a:gd name="connsiteY1" fmla="*/ 816756 h 989894"/>
                <a:gd name="connsiteX2" fmla="*/ 1404815 w 1408442"/>
                <a:gd name="connsiteY2" fmla="*/ 852733 h 989894"/>
                <a:gd name="connsiteX3" fmla="*/ 1363467 w 1408442"/>
                <a:gd name="connsiteY3" fmla="*/ 985951 h 989894"/>
                <a:gd name="connsiteX4" fmla="*/ 1361327 w 1408442"/>
                <a:gd name="connsiteY4" fmla="*/ 989894 h 989894"/>
                <a:gd name="connsiteX5" fmla="*/ 1292052 w 1408442"/>
                <a:gd name="connsiteY5" fmla="*/ 932730 h 989894"/>
                <a:gd name="connsiteX6" fmla="*/ 1273163 w 1408442"/>
                <a:gd name="connsiteY6" fmla="*/ 922476 h 989894"/>
                <a:gd name="connsiteX7" fmla="*/ 1261164 w 1408442"/>
                <a:gd name="connsiteY7" fmla="*/ 883818 h 989894"/>
                <a:gd name="connsiteX8" fmla="*/ 1228914 w 1408442"/>
                <a:gd name="connsiteY8" fmla="*/ 824393 h 989894"/>
                <a:gd name="connsiteX9" fmla="*/ 623330 w 1408442"/>
                <a:gd name="connsiteY9" fmla="*/ 8700 h 989894"/>
                <a:gd name="connsiteX10" fmla="*/ 537499 w 1408442"/>
                <a:gd name="connsiteY10" fmla="*/ 112739 h 989894"/>
                <a:gd name="connsiteX11" fmla="*/ 430725 w 1408442"/>
                <a:gd name="connsiteY11" fmla="*/ 366511 h 989894"/>
                <a:gd name="connsiteX12" fmla="*/ 419415 w 1408442"/>
                <a:gd name="connsiteY12" fmla="*/ 478717 h 989894"/>
                <a:gd name="connsiteX13" fmla="*/ 331098 w 1408442"/>
                <a:gd name="connsiteY13" fmla="*/ 506135 h 989894"/>
                <a:gd name="connsiteX14" fmla="*/ 18888 w 1408442"/>
                <a:gd name="connsiteY14" fmla="*/ 763264 h 989894"/>
                <a:gd name="connsiteX15" fmla="*/ 7512 w 1408442"/>
                <a:gd name="connsiteY15" fmla="*/ 784226 h 989894"/>
                <a:gd name="connsiteX16" fmla="*/ 0 w 1408442"/>
                <a:gd name="connsiteY16" fmla="*/ 709703 h 989894"/>
                <a:gd name="connsiteX17" fmla="*/ 566604 w 1408442"/>
                <a:gd name="connsiteY17" fmla="*/ 14419 h 989894"/>
                <a:gd name="connsiteX18" fmla="*/ 709617 w 1408442"/>
                <a:gd name="connsiteY18" fmla="*/ 0 h 989894"/>
                <a:gd name="connsiteX19" fmla="*/ 1106370 w 1408442"/>
                <a:gd name="connsiteY19" fmla="*/ 121206 h 989894"/>
                <a:gd name="connsiteX20" fmla="*/ 1125925 w 1408442"/>
                <a:gd name="connsiteY20" fmla="*/ 137342 h 989894"/>
                <a:gd name="connsiteX21" fmla="*/ 1040459 w 1408442"/>
                <a:gd name="connsiteY21" fmla="*/ 207867 h 989894"/>
                <a:gd name="connsiteX22" fmla="*/ 1040458 w 1408442"/>
                <a:gd name="connsiteY22" fmla="*/ 207867 h 989894"/>
                <a:gd name="connsiteX23" fmla="*/ 1125924 w 1408442"/>
                <a:gd name="connsiteY23" fmla="*/ 137343 h 989894"/>
                <a:gd name="connsiteX24" fmla="*/ 1211390 w 1408442"/>
                <a:gd name="connsiteY24" fmla="*/ 207868 h 989894"/>
                <a:gd name="connsiteX25" fmla="*/ 1363467 w 1408442"/>
                <a:gd name="connsiteY25" fmla="*/ 433456 h 989894"/>
                <a:gd name="connsiteX26" fmla="*/ 1384469 w 1408442"/>
                <a:gd name="connsiteY26" fmla="*/ 501123 h 989894"/>
                <a:gd name="connsiteX27" fmla="*/ 1368320 w 1408442"/>
                <a:gd name="connsiteY27" fmla="*/ 506136 h 989894"/>
                <a:gd name="connsiteX28" fmla="*/ 1142761 w 1408442"/>
                <a:gd name="connsiteY28" fmla="*/ 658231 h 989894"/>
                <a:gd name="connsiteX29" fmla="*/ 1125924 w 1408442"/>
                <a:gd name="connsiteY29" fmla="*/ 678640 h 989894"/>
                <a:gd name="connsiteX30" fmla="*/ 1109087 w 1408442"/>
                <a:gd name="connsiteY30" fmla="*/ 658231 h 989894"/>
                <a:gd name="connsiteX31" fmla="*/ 883528 w 1408442"/>
                <a:gd name="connsiteY31" fmla="*/ 506136 h 989894"/>
                <a:gd name="connsiteX32" fmla="*/ 867379 w 1408442"/>
                <a:gd name="connsiteY32" fmla="*/ 501123 h 989894"/>
                <a:gd name="connsiteX33" fmla="*/ 867379 w 1408442"/>
                <a:gd name="connsiteY33" fmla="*/ 501122 h 989894"/>
                <a:gd name="connsiteX34" fmla="*/ 750326 w 1408442"/>
                <a:gd name="connsiteY34" fmla="*/ 464782 h 989894"/>
                <a:gd name="connsiteX35" fmla="*/ 607314 w 1408442"/>
                <a:gd name="connsiteY35" fmla="*/ 450363 h 989894"/>
                <a:gd name="connsiteX36" fmla="*/ 464302 w 1408442"/>
                <a:gd name="connsiteY36" fmla="*/ 464782 h 989894"/>
                <a:gd name="connsiteX37" fmla="*/ 419416 w 1408442"/>
                <a:gd name="connsiteY37" fmla="*/ 478717 h 989894"/>
                <a:gd name="connsiteX38" fmla="*/ 430726 w 1408442"/>
                <a:gd name="connsiteY38" fmla="*/ 366511 h 989894"/>
                <a:gd name="connsiteX39" fmla="*/ 537500 w 1408442"/>
                <a:gd name="connsiteY39" fmla="*/ 112739 h 989894"/>
                <a:gd name="connsiteX40" fmla="*/ 623331 w 1408442"/>
                <a:gd name="connsiteY40" fmla="*/ 8700 h 989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08442" h="989894">
                  <a:moveTo>
                    <a:pt x="1356550" y="811524"/>
                  </a:moveTo>
                  <a:lnTo>
                    <a:pt x="1408442" y="816756"/>
                  </a:lnTo>
                  <a:lnTo>
                    <a:pt x="1404815" y="852733"/>
                  </a:lnTo>
                  <a:cubicBezTo>
                    <a:pt x="1395363" y="898933"/>
                    <a:pt x="1381421" y="943498"/>
                    <a:pt x="1363467" y="985951"/>
                  </a:cubicBezTo>
                  <a:lnTo>
                    <a:pt x="1361327" y="989894"/>
                  </a:lnTo>
                  <a:lnTo>
                    <a:pt x="1292052" y="932730"/>
                  </a:lnTo>
                  <a:lnTo>
                    <a:pt x="1273163" y="922476"/>
                  </a:lnTo>
                  <a:lnTo>
                    <a:pt x="1261164" y="883818"/>
                  </a:lnTo>
                  <a:lnTo>
                    <a:pt x="1228914" y="824393"/>
                  </a:lnTo>
                  <a:close/>
                  <a:moveTo>
                    <a:pt x="623330" y="8700"/>
                  </a:moveTo>
                  <a:lnTo>
                    <a:pt x="537499" y="112739"/>
                  </a:lnTo>
                  <a:cubicBezTo>
                    <a:pt x="486490" y="188252"/>
                    <a:pt x="449631" y="274111"/>
                    <a:pt x="430725" y="366511"/>
                  </a:cubicBezTo>
                  <a:lnTo>
                    <a:pt x="419415" y="478717"/>
                  </a:lnTo>
                  <a:lnTo>
                    <a:pt x="331098" y="506135"/>
                  </a:lnTo>
                  <a:cubicBezTo>
                    <a:pt x="203753" y="560005"/>
                    <a:pt x="95402" y="649995"/>
                    <a:pt x="18888" y="763264"/>
                  </a:cubicBezTo>
                  <a:lnTo>
                    <a:pt x="7512" y="784226"/>
                  </a:lnTo>
                  <a:lnTo>
                    <a:pt x="0" y="709703"/>
                  </a:lnTo>
                  <a:cubicBezTo>
                    <a:pt x="0" y="366740"/>
                    <a:pt x="243244" y="80596"/>
                    <a:pt x="566604" y="14419"/>
                  </a:cubicBezTo>
                  <a:close/>
                  <a:moveTo>
                    <a:pt x="709617" y="0"/>
                  </a:moveTo>
                  <a:cubicBezTo>
                    <a:pt x="856583" y="0"/>
                    <a:pt x="993115" y="44683"/>
                    <a:pt x="1106370" y="121206"/>
                  </a:cubicBezTo>
                  <a:lnTo>
                    <a:pt x="1125925" y="137342"/>
                  </a:lnTo>
                  <a:lnTo>
                    <a:pt x="1040459" y="207867"/>
                  </a:lnTo>
                  <a:lnTo>
                    <a:pt x="1040458" y="207867"/>
                  </a:lnTo>
                  <a:lnTo>
                    <a:pt x="1125924" y="137343"/>
                  </a:lnTo>
                  <a:lnTo>
                    <a:pt x="1211390" y="207868"/>
                  </a:lnTo>
                  <a:cubicBezTo>
                    <a:pt x="1275598" y="272084"/>
                    <a:pt x="1327559" y="348548"/>
                    <a:pt x="1363467" y="433456"/>
                  </a:cubicBezTo>
                  <a:lnTo>
                    <a:pt x="1384469" y="501123"/>
                  </a:lnTo>
                  <a:lnTo>
                    <a:pt x="1368320" y="506136"/>
                  </a:lnTo>
                  <a:cubicBezTo>
                    <a:pt x="1283423" y="542049"/>
                    <a:pt x="1206969" y="594016"/>
                    <a:pt x="1142761" y="658231"/>
                  </a:cubicBezTo>
                  <a:lnTo>
                    <a:pt x="1125924" y="678640"/>
                  </a:lnTo>
                  <a:lnTo>
                    <a:pt x="1109087" y="658231"/>
                  </a:lnTo>
                  <a:cubicBezTo>
                    <a:pt x="1044880" y="594016"/>
                    <a:pt x="968425" y="542049"/>
                    <a:pt x="883528" y="506136"/>
                  </a:cubicBezTo>
                  <a:lnTo>
                    <a:pt x="867379" y="501123"/>
                  </a:lnTo>
                  <a:lnTo>
                    <a:pt x="867379" y="501122"/>
                  </a:lnTo>
                  <a:lnTo>
                    <a:pt x="750326" y="464782"/>
                  </a:lnTo>
                  <a:cubicBezTo>
                    <a:pt x="704132" y="455328"/>
                    <a:pt x="656303" y="450363"/>
                    <a:pt x="607314" y="450363"/>
                  </a:cubicBezTo>
                  <a:cubicBezTo>
                    <a:pt x="558325" y="450363"/>
                    <a:pt x="510496" y="455328"/>
                    <a:pt x="464302" y="464782"/>
                  </a:cubicBezTo>
                  <a:lnTo>
                    <a:pt x="419416" y="478717"/>
                  </a:lnTo>
                  <a:lnTo>
                    <a:pt x="430726" y="366511"/>
                  </a:lnTo>
                  <a:cubicBezTo>
                    <a:pt x="449632" y="274111"/>
                    <a:pt x="486491" y="188252"/>
                    <a:pt x="537500" y="112739"/>
                  </a:cubicBezTo>
                  <a:lnTo>
                    <a:pt x="623331" y="8700"/>
                  </a:lnTo>
                  <a:close/>
                </a:path>
              </a:pathLst>
            </a:custGeom>
            <a:solidFill>
              <a:srgbClr val="FD721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DD162C7-A52E-7E41-9EAD-BE586CF4E136}"/>
                </a:ext>
              </a:extLst>
            </p:cNvPr>
            <p:cNvSpPr txBox="1"/>
            <p:nvPr/>
          </p:nvSpPr>
          <p:spPr>
            <a:xfrm>
              <a:off x="5383161" y="3133636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🎨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CA8AAEF-3B54-F64A-97B7-70DF9503454B}"/>
              </a:ext>
            </a:extLst>
          </p:cNvPr>
          <p:cNvGrpSpPr/>
          <p:nvPr/>
        </p:nvGrpSpPr>
        <p:grpSpPr>
          <a:xfrm>
            <a:off x="4868711" y="3583519"/>
            <a:ext cx="1331217" cy="1308455"/>
            <a:chOff x="4867773" y="3584000"/>
            <a:chExt cx="1331217" cy="1308455"/>
          </a:xfrm>
        </p:grpSpPr>
        <p:sp>
          <p:nvSpPr>
            <p:cNvPr id="83" name="Forme libre 82">
              <a:extLst>
                <a:ext uri="{FF2B5EF4-FFF2-40B4-BE49-F238E27FC236}">
                  <a16:creationId xmlns:a16="http://schemas.microsoft.com/office/drawing/2014/main" id="{7439624B-E3E8-6246-B1A0-E22E3182760E}"/>
                </a:ext>
              </a:extLst>
            </p:cNvPr>
            <p:cNvSpPr/>
            <p:nvPr/>
          </p:nvSpPr>
          <p:spPr>
            <a:xfrm>
              <a:off x="4867773" y="3584000"/>
              <a:ext cx="1331217" cy="1308455"/>
            </a:xfrm>
            <a:custGeom>
              <a:avLst/>
              <a:gdLst>
                <a:gd name="connsiteX0" fmla="*/ 1228227 w 1331217"/>
                <a:gd name="connsiteY0" fmla="*/ 228276 h 1308455"/>
                <a:gd name="connsiteX1" fmla="*/ 1298041 w 1331217"/>
                <a:gd name="connsiteY1" fmla="*/ 312901 h 1308455"/>
                <a:gd name="connsiteX2" fmla="*/ 1331217 w 1331217"/>
                <a:gd name="connsiteY2" fmla="*/ 374030 h 1308455"/>
                <a:gd name="connsiteX3" fmla="*/ 1315841 w 1331217"/>
                <a:gd name="connsiteY3" fmla="*/ 375580 h 1308455"/>
                <a:gd name="connsiteX4" fmla="*/ 1228228 w 1331217"/>
                <a:gd name="connsiteY4" fmla="*/ 402780 h 1308455"/>
                <a:gd name="connsiteX5" fmla="*/ 1140614 w 1331217"/>
                <a:gd name="connsiteY5" fmla="*/ 375580 h 1308455"/>
                <a:gd name="connsiteX6" fmla="*/ 1125238 w 1331217"/>
                <a:gd name="connsiteY6" fmla="*/ 374030 h 1308455"/>
                <a:gd name="connsiteX7" fmla="*/ 1158413 w 1331217"/>
                <a:gd name="connsiteY7" fmla="*/ 312901 h 1308455"/>
                <a:gd name="connsiteX8" fmla="*/ 521717 w 1331217"/>
                <a:gd name="connsiteY8" fmla="*/ 28355 h 1308455"/>
                <a:gd name="connsiteX9" fmla="*/ 518610 w 1331217"/>
                <a:gd name="connsiteY9" fmla="*/ 59179 h 1308455"/>
                <a:gd name="connsiteX10" fmla="*/ 639801 w 1331217"/>
                <a:gd name="connsiteY10" fmla="*/ 455981 h 1308455"/>
                <a:gd name="connsiteX11" fmla="*/ 642788 w 1331217"/>
                <a:gd name="connsiteY11" fmla="*/ 459601 h 1308455"/>
                <a:gd name="connsiteX12" fmla="*/ 600848 w 1331217"/>
                <a:gd name="connsiteY12" fmla="*/ 482368 h 1308455"/>
                <a:gd name="connsiteX13" fmla="*/ 409176 w 1331217"/>
                <a:gd name="connsiteY13" fmla="*/ 674063 h 1308455"/>
                <a:gd name="connsiteX14" fmla="*/ 345891 w 1331217"/>
                <a:gd name="connsiteY14" fmla="*/ 790674 h 1308455"/>
                <a:gd name="connsiteX15" fmla="*/ 345891 w 1331217"/>
                <a:gd name="connsiteY15" fmla="*/ 790674 h 1308455"/>
                <a:gd name="connsiteX16" fmla="*/ 343751 w 1331217"/>
                <a:gd name="connsiteY16" fmla="*/ 794617 h 1308455"/>
                <a:gd name="connsiteX17" fmla="*/ 287986 w 1331217"/>
                <a:gd name="connsiteY17" fmla="*/ 1070865 h 1308455"/>
                <a:gd name="connsiteX18" fmla="*/ 302403 w 1331217"/>
                <a:gd name="connsiteY18" fmla="*/ 1213895 h 1308455"/>
                <a:gd name="connsiteX19" fmla="*/ 331753 w 1331217"/>
                <a:gd name="connsiteY19" fmla="*/ 1308455 h 1308455"/>
                <a:gd name="connsiteX20" fmla="*/ 312863 w 1331217"/>
                <a:gd name="connsiteY20" fmla="*/ 1298201 h 1308455"/>
                <a:gd name="connsiteX21" fmla="*/ 0 w 1331217"/>
                <a:gd name="connsiteY21" fmla="*/ 709704 h 1308455"/>
                <a:gd name="connsiteX22" fmla="*/ 55765 w 1331217"/>
                <a:gd name="connsiteY22" fmla="*/ 433456 h 1308455"/>
                <a:gd name="connsiteX23" fmla="*/ 109814 w 1331217"/>
                <a:gd name="connsiteY23" fmla="*/ 333866 h 1308455"/>
                <a:gd name="connsiteX24" fmla="*/ 109814 w 1331217"/>
                <a:gd name="connsiteY24" fmla="*/ 333864 h 1308455"/>
                <a:gd name="connsiteX25" fmla="*/ 121190 w 1331217"/>
                <a:gd name="connsiteY25" fmla="*/ 312902 h 1308455"/>
                <a:gd name="connsiteX26" fmla="*/ 433400 w 1331217"/>
                <a:gd name="connsiteY26" fmla="*/ 55773 h 1308455"/>
                <a:gd name="connsiteX27" fmla="*/ 709616 w 1331217"/>
                <a:gd name="connsiteY27" fmla="*/ 0 h 1308455"/>
                <a:gd name="connsiteX28" fmla="*/ 852628 w 1331217"/>
                <a:gd name="connsiteY28" fmla="*/ 14419 h 1308455"/>
                <a:gd name="connsiteX29" fmla="*/ 969682 w 1331217"/>
                <a:gd name="connsiteY29" fmla="*/ 50759 h 1308455"/>
                <a:gd name="connsiteX30" fmla="*/ 969681 w 1331217"/>
                <a:gd name="connsiteY30" fmla="*/ 50760 h 1308455"/>
                <a:gd name="connsiteX31" fmla="*/ 985830 w 1331217"/>
                <a:gd name="connsiteY31" fmla="*/ 55773 h 1308455"/>
                <a:gd name="connsiteX32" fmla="*/ 1211389 w 1331217"/>
                <a:gd name="connsiteY32" fmla="*/ 207868 h 1308455"/>
                <a:gd name="connsiteX33" fmla="*/ 1228226 w 1331217"/>
                <a:gd name="connsiteY33" fmla="*/ 228277 h 1308455"/>
                <a:gd name="connsiteX34" fmla="*/ 1158412 w 1331217"/>
                <a:gd name="connsiteY34" fmla="*/ 312902 h 1308455"/>
                <a:gd name="connsiteX35" fmla="*/ 1125237 w 1331217"/>
                <a:gd name="connsiteY35" fmla="*/ 374031 h 1308455"/>
                <a:gd name="connsiteX36" fmla="*/ 997601 w 1331217"/>
                <a:gd name="connsiteY36" fmla="*/ 361162 h 1308455"/>
                <a:gd name="connsiteX37" fmla="*/ 945709 w 1331217"/>
                <a:gd name="connsiteY37" fmla="*/ 366394 h 1308455"/>
                <a:gd name="connsiteX38" fmla="*/ 945709 w 1331217"/>
                <a:gd name="connsiteY38" fmla="*/ 366393 h 1308455"/>
                <a:gd name="connsiteX39" fmla="*/ 854590 w 1331217"/>
                <a:gd name="connsiteY39" fmla="*/ 375580 h 1308455"/>
                <a:gd name="connsiteX40" fmla="*/ 721387 w 1331217"/>
                <a:gd name="connsiteY40" fmla="*/ 416933 h 1308455"/>
                <a:gd name="connsiteX41" fmla="*/ 642789 w 1331217"/>
                <a:gd name="connsiteY41" fmla="*/ 459600 h 1308455"/>
                <a:gd name="connsiteX42" fmla="*/ 639802 w 1331217"/>
                <a:gd name="connsiteY42" fmla="*/ 455980 h 1308455"/>
                <a:gd name="connsiteX43" fmla="*/ 518611 w 1331217"/>
                <a:gd name="connsiteY43" fmla="*/ 59178 h 1308455"/>
                <a:gd name="connsiteX44" fmla="*/ 521718 w 1331217"/>
                <a:gd name="connsiteY44" fmla="*/ 28354 h 1308455"/>
                <a:gd name="connsiteX45" fmla="*/ 566604 w 1331217"/>
                <a:gd name="connsiteY45" fmla="*/ 14419 h 1308455"/>
                <a:gd name="connsiteX46" fmla="*/ 709616 w 1331217"/>
                <a:gd name="connsiteY46" fmla="*/ 0 h 130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331217" h="1308455">
                  <a:moveTo>
                    <a:pt x="1228227" y="228276"/>
                  </a:moveTo>
                  <a:lnTo>
                    <a:pt x="1298041" y="312901"/>
                  </a:lnTo>
                  <a:lnTo>
                    <a:pt x="1331217" y="374030"/>
                  </a:lnTo>
                  <a:lnTo>
                    <a:pt x="1315841" y="375580"/>
                  </a:lnTo>
                  <a:lnTo>
                    <a:pt x="1228228" y="402780"/>
                  </a:lnTo>
                  <a:lnTo>
                    <a:pt x="1140614" y="375580"/>
                  </a:lnTo>
                  <a:lnTo>
                    <a:pt x="1125238" y="374030"/>
                  </a:lnTo>
                  <a:lnTo>
                    <a:pt x="1158413" y="312901"/>
                  </a:lnTo>
                  <a:close/>
                  <a:moveTo>
                    <a:pt x="521717" y="28355"/>
                  </a:moveTo>
                  <a:lnTo>
                    <a:pt x="518610" y="59179"/>
                  </a:lnTo>
                  <a:cubicBezTo>
                    <a:pt x="518610" y="206163"/>
                    <a:pt x="563288" y="342711"/>
                    <a:pt x="639801" y="455981"/>
                  </a:cubicBezTo>
                  <a:lnTo>
                    <a:pt x="642788" y="459601"/>
                  </a:lnTo>
                  <a:lnTo>
                    <a:pt x="600848" y="482368"/>
                  </a:lnTo>
                  <a:cubicBezTo>
                    <a:pt x="525345" y="533384"/>
                    <a:pt x="460186" y="598551"/>
                    <a:pt x="409176" y="674063"/>
                  </a:cubicBezTo>
                  <a:lnTo>
                    <a:pt x="345891" y="790674"/>
                  </a:lnTo>
                  <a:lnTo>
                    <a:pt x="345891" y="790674"/>
                  </a:lnTo>
                  <a:lnTo>
                    <a:pt x="343751" y="794617"/>
                  </a:lnTo>
                  <a:cubicBezTo>
                    <a:pt x="307843" y="879525"/>
                    <a:pt x="287986" y="972876"/>
                    <a:pt x="287986" y="1070865"/>
                  </a:cubicBezTo>
                  <a:cubicBezTo>
                    <a:pt x="287986" y="1119860"/>
                    <a:pt x="292950" y="1167695"/>
                    <a:pt x="302403" y="1213895"/>
                  </a:cubicBezTo>
                  <a:lnTo>
                    <a:pt x="331753" y="1308455"/>
                  </a:lnTo>
                  <a:lnTo>
                    <a:pt x="312863" y="1298201"/>
                  </a:lnTo>
                  <a:cubicBezTo>
                    <a:pt x="124104" y="1170662"/>
                    <a:pt x="0" y="954678"/>
                    <a:pt x="0" y="709704"/>
                  </a:cubicBezTo>
                  <a:cubicBezTo>
                    <a:pt x="0" y="611715"/>
                    <a:pt x="19857" y="518363"/>
                    <a:pt x="55765" y="433456"/>
                  </a:cubicBezTo>
                  <a:lnTo>
                    <a:pt x="109814" y="333866"/>
                  </a:lnTo>
                  <a:lnTo>
                    <a:pt x="109814" y="333864"/>
                  </a:lnTo>
                  <a:lnTo>
                    <a:pt x="121190" y="312902"/>
                  </a:lnTo>
                  <a:cubicBezTo>
                    <a:pt x="197704" y="199633"/>
                    <a:pt x="306055" y="109643"/>
                    <a:pt x="433400" y="55773"/>
                  </a:cubicBezTo>
                  <a:close/>
                  <a:moveTo>
                    <a:pt x="709616" y="0"/>
                  </a:moveTo>
                  <a:cubicBezTo>
                    <a:pt x="758605" y="0"/>
                    <a:pt x="806434" y="4965"/>
                    <a:pt x="852628" y="14419"/>
                  </a:cubicBezTo>
                  <a:lnTo>
                    <a:pt x="969682" y="50759"/>
                  </a:lnTo>
                  <a:lnTo>
                    <a:pt x="969681" y="50760"/>
                  </a:lnTo>
                  <a:lnTo>
                    <a:pt x="985830" y="55773"/>
                  </a:lnTo>
                  <a:cubicBezTo>
                    <a:pt x="1070727" y="91686"/>
                    <a:pt x="1147182" y="143653"/>
                    <a:pt x="1211389" y="207868"/>
                  </a:cubicBezTo>
                  <a:lnTo>
                    <a:pt x="1228226" y="228277"/>
                  </a:lnTo>
                  <a:lnTo>
                    <a:pt x="1158412" y="312902"/>
                  </a:lnTo>
                  <a:lnTo>
                    <a:pt x="1125237" y="374031"/>
                  </a:lnTo>
                  <a:lnTo>
                    <a:pt x="997601" y="361162"/>
                  </a:lnTo>
                  <a:lnTo>
                    <a:pt x="945709" y="366394"/>
                  </a:lnTo>
                  <a:lnTo>
                    <a:pt x="945709" y="366393"/>
                  </a:lnTo>
                  <a:lnTo>
                    <a:pt x="854590" y="375580"/>
                  </a:lnTo>
                  <a:cubicBezTo>
                    <a:pt x="808396" y="385034"/>
                    <a:pt x="763836" y="398977"/>
                    <a:pt x="721387" y="416933"/>
                  </a:cubicBezTo>
                  <a:lnTo>
                    <a:pt x="642789" y="459600"/>
                  </a:lnTo>
                  <a:lnTo>
                    <a:pt x="639802" y="455980"/>
                  </a:lnTo>
                  <a:cubicBezTo>
                    <a:pt x="563289" y="342710"/>
                    <a:pt x="518611" y="206162"/>
                    <a:pt x="518611" y="59178"/>
                  </a:cubicBezTo>
                  <a:lnTo>
                    <a:pt x="521718" y="28354"/>
                  </a:lnTo>
                  <a:lnTo>
                    <a:pt x="566604" y="14419"/>
                  </a:lnTo>
                  <a:cubicBezTo>
                    <a:pt x="612798" y="4965"/>
                    <a:pt x="660627" y="0"/>
                    <a:pt x="709616" y="0"/>
                  </a:cubicBezTo>
                  <a:close/>
                </a:path>
              </a:pathLst>
            </a:custGeom>
            <a:solidFill>
              <a:srgbClr val="FD7210">
                <a:alpha val="74227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fr-FR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E7230D3-928C-5147-939B-0B4B03BD3EE3}"/>
                </a:ext>
              </a:extLst>
            </p:cNvPr>
            <p:cNvSpPr txBox="1"/>
            <p:nvPr/>
          </p:nvSpPr>
          <p:spPr>
            <a:xfrm>
              <a:off x="5162419" y="3659069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dirty="0"/>
                <a:t>🏛️</a:t>
              </a:r>
            </a:p>
          </p:txBody>
        </p:sp>
      </p:grpSp>
      <p:sp>
        <p:nvSpPr>
          <p:cNvPr id="18" name="ZoneTexte 17">
            <a:extLst>
              <a:ext uri="{FF2B5EF4-FFF2-40B4-BE49-F238E27FC236}">
                <a16:creationId xmlns:a16="http://schemas.microsoft.com/office/drawing/2014/main" id="{51011AC7-674A-8A49-A64F-C7809C0A4320}"/>
              </a:ext>
            </a:extLst>
          </p:cNvPr>
          <p:cNvSpPr txBox="1"/>
          <p:nvPr/>
        </p:nvSpPr>
        <p:spPr>
          <a:xfrm>
            <a:off x="5934018" y="493635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✅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9A3D6ACD-32ED-4D4D-8DD1-933C026AFBEF}"/>
              </a:ext>
            </a:extLst>
          </p:cNvPr>
          <p:cNvGrpSpPr/>
          <p:nvPr/>
        </p:nvGrpSpPr>
        <p:grpSpPr>
          <a:xfrm>
            <a:off x="5890532" y="3902080"/>
            <a:ext cx="1416125" cy="1103827"/>
            <a:chOff x="5890532" y="3902080"/>
            <a:chExt cx="1416125" cy="1103827"/>
          </a:xfrm>
        </p:grpSpPr>
        <p:sp>
          <p:nvSpPr>
            <p:cNvPr id="87" name="Forme libre 86">
              <a:extLst>
                <a:ext uri="{FF2B5EF4-FFF2-40B4-BE49-F238E27FC236}">
                  <a16:creationId xmlns:a16="http://schemas.microsoft.com/office/drawing/2014/main" id="{9C85252F-C415-8340-9EA8-BFE012A352BF}"/>
                </a:ext>
              </a:extLst>
            </p:cNvPr>
            <p:cNvSpPr/>
            <p:nvPr/>
          </p:nvSpPr>
          <p:spPr>
            <a:xfrm>
              <a:off x="5890532" y="3902080"/>
              <a:ext cx="1416125" cy="1085542"/>
            </a:xfrm>
            <a:custGeom>
              <a:avLst/>
              <a:gdLst>
                <a:gd name="connsiteX0" fmla="*/ 0 w 1416125"/>
                <a:gd name="connsiteY0" fmla="*/ 406664 h 1085542"/>
                <a:gd name="connsiteX1" fmla="*/ 44886 w 1416125"/>
                <a:gd name="connsiteY1" fmla="*/ 420599 h 1085542"/>
                <a:gd name="connsiteX2" fmla="*/ 101612 w 1416125"/>
                <a:gd name="connsiteY2" fmla="*/ 426319 h 1085542"/>
                <a:gd name="connsiteX3" fmla="*/ 102432 w 1416125"/>
                <a:gd name="connsiteY3" fmla="*/ 427313 h 1085542"/>
                <a:gd name="connsiteX4" fmla="*/ 187898 w 1416125"/>
                <a:gd name="connsiteY4" fmla="*/ 497838 h 1085542"/>
                <a:gd name="connsiteX5" fmla="*/ 207453 w 1416125"/>
                <a:gd name="connsiteY5" fmla="*/ 513974 h 1085542"/>
                <a:gd name="connsiteX6" fmla="*/ 327991 w 1416125"/>
                <a:gd name="connsiteY6" fmla="*/ 579408 h 1085542"/>
                <a:gd name="connsiteX7" fmla="*/ 344140 w 1416125"/>
                <a:gd name="connsiteY7" fmla="*/ 584422 h 1085542"/>
                <a:gd name="connsiteX8" fmla="*/ 323138 w 1416125"/>
                <a:gd name="connsiteY8" fmla="*/ 652088 h 1085542"/>
                <a:gd name="connsiteX9" fmla="*/ 257712 w 1416125"/>
                <a:gd name="connsiteY9" fmla="*/ 772642 h 1085542"/>
                <a:gd name="connsiteX10" fmla="*/ 187898 w 1416125"/>
                <a:gd name="connsiteY10" fmla="*/ 857267 h 1085542"/>
                <a:gd name="connsiteX11" fmla="*/ 118084 w 1416125"/>
                <a:gd name="connsiteY11" fmla="*/ 772642 h 1085542"/>
                <a:gd name="connsiteX12" fmla="*/ 52658 w 1416125"/>
                <a:gd name="connsiteY12" fmla="*/ 652088 h 1085542"/>
                <a:gd name="connsiteX13" fmla="*/ 31656 w 1416125"/>
                <a:gd name="connsiteY13" fmla="*/ 584422 h 1085542"/>
                <a:gd name="connsiteX14" fmla="*/ 11310 w 1416125"/>
                <a:gd name="connsiteY14" fmla="*/ 518870 h 1085542"/>
                <a:gd name="connsiteX15" fmla="*/ 1306311 w 1416125"/>
                <a:gd name="connsiteY15" fmla="*/ 0 h 1085542"/>
                <a:gd name="connsiteX16" fmla="*/ 1360360 w 1416125"/>
                <a:gd name="connsiteY16" fmla="*/ 99592 h 1085542"/>
                <a:gd name="connsiteX17" fmla="*/ 1416125 w 1416125"/>
                <a:gd name="connsiteY17" fmla="*/ 375840 h 1085542"/>
                <a:gd name="connsiteX18" fmla="*/ 1103262 w 1416125"/>
                <a:gd name="connsiteY18" fmla="*/ 964337 h 1085542"/>
                <a:gd name="connsiteX19" fmla="*/ 1084374 w 1416125"/>
                <a:gd name="connsiteY19" fmla="*/ 974591 h 1085542"/>
                <a:gd name="connsiteX20" fmla="*/ 982725 w 1416125"/>
                <a:gd name="connsiteY20" fmla="*/ 1029770 h 1085542"/>
                <a:gd name="connsiteX21" fmla="*/ 706510 w 1416125"/>
                <a:gd name="connsiteY21" fmla="*/ 1085542 h 1085542"/>
                <a:gd name="connsiteX22" fmla="*/ 578875 w 1416125"/>
                <a:gd name="connsiteY22" fmla="*/ 1072674 h 1085542"/>
                <a:gd name="connsiteX23" fmla="*/ 578874 w 1416125"/>
                <a:gd name="connsiteY23" fmla="*/ 1072675 h 1085542"/>
                <a:gd name="connsiteX24" fmla="*/ 563498 w 1416125"/>
                <a:gd name="connsiteY24" fmla="*/ 1071124 h 1085542"/>
                <a:gd name="connsiteX25" fmla="*/ 204736 w 1416125"/>
                <a:gd name="connsiteY25" fmla="*/ 877676 h 1085542"/>
                <a:gd name="connsiteX26" fmla="*/ 187899 w 1416125"/>
                <a:gd name="connsiteY26" fmla="*/ 857267 h 1085542"/>
                <a:gd name="connsiteX27" fmla="*/ 257713 w 1416125"/>
                <a:gd name="connsiteY27" fmla="*/ 772642 h 1085542"/>
                <a:gd name="connsiteX28" fmla="*/ 323139 w 1416125"/>
                <a:gd name="connsiteY28" fmla="*/ 652088 h 1085542"/>
                <a:gd name="connsiteX29" fmla="*/ 344141 w 1416125"/>
                <a:gd name="connsiteY29" fmla="*/ 584422 h 1085542"/>
                <a:gd name="connsiteX30" fmla="*/ 461195 w 1416125"/>
                <a:gd name="connsiteY30" fmla="*/ 620761 h 1085542"/>
                <a:gd name="connsiteX31" fmla="*/ 604207 w 1416125"/>
                <a:gd name="connsiteY31" fmla="*/ 635180 h 1085542"/>
                <a:gd name="connsiteX32" fmla="*/ 656100 w 1416125"/>
                <a:gd name="connsiteY32" fmla="*/ 629948 h 1085542"/>
                <a:gd name="connsiteX33" fmla="*/ 666890 w 1416125"/>
                <a:gd name="connsiteY33" fmla="*/ 737001 h 1085542"/>
                <a:gd name="connsiteX34" fmla="*/ 666890 w 1416125"/>
                <a:gd name="connsiteY34" fmla="*/ 737000 h 1085542"/>
                <a:gd name="connsiteX35" fmla="*/ 656100 w 1416125"/>
                <a:gd name="connsiteY35" fmla="*/ 629947 h 1085542"/>
                <a:gd name="connsiteX36" fmla="*/ 747219 w 1416125"/>
                <a:gd name="connsiteY36" fmla="*/ 620760 h 1085542"/>
                <a:gd name="connsiteX37" fmla="*/ 1000960 w 1416125"/>
                <a:gd name="connsiteY37" fmla="*/ 513973 h 1085542"/>
                <a:gd name="connsiteX38" fmla="*/ 1070236 w 1416125"/>
                <a:gd name="connsiteY38" fmla="*/ 456808 h 1085542"/>
                <a:gd name="connsiteX39" fmla="*/ 1105980 w 1416125"/>
                <a:gd name="connsiteY39" fmla="*/ 427313 h 1085542"/>
                <a:gd name="connsiteX40" fmla="*/ 1299405 w 1416125"/>
                <a:gd name="connsiteY40" fmla="*/ 68507 h 108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6125" h="1085542">
                  <a:moveTo>
                    <a:pt x="0" y="406664"/>
                  </a:moveTo>
                  <a:lnTo>
                    <a:pt x="44886" y="420599"/>
                  </a:lnTo>
                  <a:lnTo>
                    <a:pt x="101612" y="426319"/>
                  </a:lnTo>
                  <a:lnTo>
                    <a:pt x="102432" y="427313"/>
                  </a:lnTo>
                  <a:lnTo>
                    <a:pt x="187898" y="497838"/>
                  </a:lnTo>
                  <a:lnTo>
                    <a:pt x="207453" y="513974"/>
                  </a:lnTo>
                  <a:cubicBezTo>
                    <a:pt x="245205" y="539482"/>
                    <a:pt x="285543" y="561452"/>
                    <a:pt x="327991" y="579408"/>
                  </a:cubicBezTo>
                  <a:lnTo>
                    <a:pt x="344140" y="584422"/>
                  </a:lnTo>
                  <a:lnTo>
                    <a:pt x="323138" y="652088"/>
                  </a:lnTo>
                  <a:cubicBezTo>
                    <a:pt x="305184" y="694542"/>
                    <a:pt x="283217" y="734885"/>
                    <a:pt x="257712" y="772642"/>
                  </a:cubicBezTo>
                  <a:lnTo>
                    <a:pt x="187898" y="857267"/>
                  </a:lnTo>
                  <a:lnTo>
                    <a:pt x="118084" y="772642"/>
                  </a:lnTo>
                  <a:cubicBezTo>
                    <a:pt x="92580" y="734885"/>
                    <a:pt x="70613" y="694542"/>
                    <a:pt x="52658" y="652088"/>
                  </a:cubicBezTo>
                  <a:lnTo>
                    <a:pt x="31656" y="584422"/>
                  </a:lnTo>
                  <a:lnTo>
                    <a:pt x="11310" y="518870"/>
                  </a:lnTo>
                  <a:close/>
                  <a:moveTo>
                    <a:pt x="1306311" y="0"/>
                  </a:moveTo>
                  <a:lnTo>
                    <a:pt x="1360360" y="99592"/>
                  </a:lnTo>
                  <a:cubicBezTo>
                    <a:pt x="1396269" y="184499"/>
                    <a:pt x="1416125" y="277851"/>
                    <a:pt x="1416125" y="375840"/>
                  </a:cubicBezTo>
                  <a:cubicBezTo>
                    <a:pt x="1416125" y="620814"/>
                    <a:pt x="1292021" y="836798"/>
                    <a:pt x="1103262" y="964337"/>
                  </a:cubicBezTo>
                  <a:lnTo>
                    <a:pt x="1084374" y="974591"/>
                  </a:lnTo>
                  <a:lnTo>
                    <a:pt x="982725" y="1029770"/>
                  </a:lnTo>
                  <a:cubicBezTo>
                    <a:pt x="897827" y="1065683"/>
                    <a:pt x="804488" y="1085542"/>
                    <a:pt x="706510" y="1085542"/>
                  </a:cubicBezTo>
                  <a:lnTo>
                    <a:pt x="578875" y="1072674"/>
                  </a:lnTo>
                  <a:lnTo>
                    <a:pt x="578874" y="1072675"/>
                  </a:lnTo>
                  <a:lnTo>
                    <a:pt x="563498" y="1071124"/>
                  </a:lnTo>
                  <a:cubicBezTo>
                    <a:pt x="424915" y="1042763"/>
                    <a:pt x="301047" y="973999"/>
                    <a:pt x="204736" y="877676"/>
                  </a:cubicBezTo>
                  <a:lnTo>
                    <a:pt x="187899" y="857267"/>
                  </a:lnTo>
                  <a:lnTo>
                    <a:pt x="257713" y="772642"/>
                  </a:lnTo>
                  <a:cubicBezTo>
                    <a:pt x="283218" y="734885"/>
                    <a:pt x="305185" y="694542"/>
                    <a:pt x="323139" y="652088"/>
                  </a:cubicBezTo>
                  <a:lnTo>
                    <a:pt x="344141" y="584422"/>
                  </a:lnTo>
                  <a:lnTo>
                    <a:pt x="461195" y="620761"/>
                  </a:lnTo>
                  <a:cubicBezTo>
                    <a:pt x="507389" y="630215"/>
                    <a:pt x="555218" y="635180"/>
                    <a:pt x="604207" y="635180"/>
                  </a:cubicBezTo>
                  <a:lnTo>
                    <a:pt x="656100" y="629948"/>
                  </a:lnTo>
                  <a:lnTo>
                    <a:pt x="666890" y="737001"/>
                  </a:lnTo>
                  <a:lnTo>
                    <a:pt x="666890" y="737000"/>
                  </a:lnTo>
                  <a:lnTo>
                    <a:pt x="656100" y="629947"/>
                  </a:lnTo>
                  <a:lnTo>
                    <a:pt x="747219" y="620760"/>
                  </a:lnTo>
                  <a:cubicBezTo>
                    <a:pt x="839608" y="601853"/>
                    <a:pt x="925457" y="564989"/>
                    <a:pt x="1000960" y="513973"/>
                  </a:cubicBezTo>
                  <a:lnTo>
                    <a:pt x="1070236" y="456808"/>
                  </a:lnTo>
                  <a:lnTo>
                    <a:pt x="1105980" y="427313"/>
                  </a:lnTo>
                  <a:cubicBezTo>
                    <a:pt x="1202292" y="330990"/>
                    <a:pt x="1271047" y="207107"/>
                    <a:pt x="1299405" y="68507"/>
                  </a:cubicBezTo>
                  <a:close/>
                </a:path>
              </a:pathLst>
            </a:custGeom>
            <a:solidFill>
              <a:srgbClr val="B6D1C3">
                <a:alpha val="63922"/>
              </a:srgb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B134EEC5-BCE2-9C48-A186-CD0D67F2577D}"/>
                </a:ext>
              </a:extLst>
            </p:cNvPr>
            <p:cNvSpPr txBox="1"/>
            <p:nvPr/>
          </p:nvSpPr>
          <p:spPr>
            <a:xfrm>
              <a:off x="6367469" y="463657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❌✅</a:t>
              </a: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94160893-EA95-1A46-98D2-1FE3B9EC24E7}"/>
              </a:ext>
            </a:extLst>
          </p:cNvPr>
          <p:cNvGrpSpPr/>
          <p:nvPr/>
        </p:nvGrpSpPr>
        <p:grpSpPr>
          <a:xfrm>
            <a:off x="6252241" y="3612353"/>
            <a:ext cx="980326" cy="940690"/>
            <a:chOff x="6252241" y="3612353"/>
            <a:chExt cx="980326" cy="940690"/>
          </a:xfrm>
        </p:grpSpPr>
        <p:sp>
          <p:nvSpPr>
            <p:cNvPr id="74" name="Forme libre 73">
              <a:extLst>
                <a:ext uri="{FF2B5EF4-FFF2-40B4-BE49-F238E27FC236}">
                  <a16:creationId xmlns:a16="http://schemas.microsoft.com/office/drawing/2014/main" id="{3BE849B5-5B49-654C-BF89-5E40FE204933}"/>
                </a:ext>
              </a:extLst>
            </p:cNvPr>
            <p:cNvSpPr/>
            <p:nvPr/>
          </p:nvSpPr>
          <p:spPr>
            <a:xfrm>
              <a:off x="6252241" y="3612353"/>
              <a:ext cx="962170" cy="940690"/>
            </a:xfrm>
            <a:custGeom>
              <a:avLst/>
              <a:gdLst>
                <a:gd name="connsiteX0" fmla="*/ 550266 w 962170"/>
                <a:gd name="connsiteY0" fmla="*/ 0 h 940690"/>
                <a:gd name="connsiteX1" fmla="*/ 638583 w 962170"/>
                <a:gd name="connsiteY1" fmla="*/ 27418 h 940690"/>
                <a:gd name="connsiteX2" fmla="*/ 950793 w 962170"/>
                <a:gd name="connsiteY2" fmla="*/ 284547 h 940690"/>
                <a:gd name="connsiteX3" fmla="*/ 962170 w 962170"/>
                <a:gd name="connsiteY3" fmla="*/ 305509 h 940690"/>
                <a:gd name="connsiteX4" fmla="*/ 955264 w 962170"/>
                <a:gd name="connsiteY4" fmla="*/ 374016 h 940690"/>
                <a:gd name="connsiteX5" fmla="*/ 761839 w 962170"/>
                <a:gd name="connsiteY5" fmla="*/ 732822 h 940690"/>
                <a:gd name="connsiteX6" fmla="*/ 726095 w 962170"/>
                <a:gd name="connsiteY6" fmla="*/ 762318 h 940690"/>
                <a:gd name="connsiteX7" fmla="*/ 726095 w 962170"/>
                <a:gd name="connsiteY7" fmla="*/ 762319 h 940690"/>
                <a:gd name="connsiteX8" fmla="*/ 656819 w 962170"/>
                <a:gd name="connsiteY8" fmla="*/ 819484 h 940690"/>
                <a:gd name="connsiteX9" fmla="*/ 403078 w 962170"/>
                <a:gd name="connsiteY9" fmla="*/ 926271 h 940690"/>
                <a:gd name="connsiteX10" fmla="*/ 311959 w 962170"/>
                <a:gd name="connsiteY10" fmla="*/ 935458 h 940690"/>
                <a:gd name="connsiteX11" fmla="*/ 260066 w 962170"/>
                <a:gd name="connsiteY11" fmla="*/ 940690 h 940690"/>
                <a:gd name="connsiteX12" fmla="*/ 117054 w 962170"/>
                <a:gd name="connsiteY12" fmla="*/ 926271 h 940690"/>
                <a:gd name="connsiteX13" fmla="*/ 0 w 962170"/>
                <a:gd name="connsiteY13" fmla="*/ 889932 h 940690"/>
                <a:gd name="connsiteX14" fmla="*/ 20346 w 962170"/>
                <a:gd name="connsiteY14" fmla="*/ 824380 h 940690"/>
                <a:gd name="connsiteX15" fmla="*/ 31656 w 962170"/>
                <a:gd name="connsiteY15" fmla="*/ 712174 h 940690"/>
                <a:gd name="connsiteX16" fmla="*/ 119973 w 962170"/>
                <a:gd name="connsiteY16" fmla="*/ 684756 h 940690"/>
                <a:gd name="connsiteX17" fmla="*/ 198572 w 962170"/>
                <a:gd name="connsiteY17" fmla="*/ 642089 h 940690"/>
                <a:gd name="connsiteX18" fmla="*/ 240511 w 962170"/>
                <a:gd name="connsiteY18" fmla="*/ 619322 h 940690"/>
                <a:gd name="connsiteX19" fmla="*/ 345532 w 962170"/>
                <a:gd name="connsiteY19" fmla="*/ 532661 h 940690"/>
                <a:gd name="connsiteX20" fmla="*/ 429197 w 962170"/>
                <a:gd name="connsiteY20" fmla="*/ 431247 h 940690"/>
                <a:gd name="connsiteX21" fmla="*/ 471137 w 962170"/>
                <a:gd name="connsiteY21" fmla="*/ 454014 h 940690"/>
                <a:gd name="connsiteX22" fmla="*/ 576158 w 962170"/>
                <a:gd name="connsiteY22" fmla="*/ 540675 h 940690"/>
                <a:gd name="connsiteX23" fmla="*/ 576158 w 962170"/>
                <a:gd name="connsiteY23" fmla="*/ 540674 h 940690"/>
                <a:gd name="connsiteX24" fmla="*/ 471136 w 962170"/>
                <a:gd name="connsiteY24" fmla="*/ 454013 h 940690"/>
                <a:gd name="connsiteX25" fmla="*/ 429196 w 962170"/>
                <a:gd name="connsiteY25" fmla="*/ 431246 h 940690"/>
                <a:gd name="connsiteX26" fmla="*/ 432182 w 962170"/>
                <a:gd name="connsiteY26" fmla="*/ 427626 h 940690"/>
                <a:gd name="connsiteX27" fmla="*/ 553373 w 962170"/>
                <a:gd name="connsiteY27" fmla="*/ 30824 h 940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62170" h="940690">
                  <a:moveTo>
                    <a:pt x="550266" y="0"/>
                  </a:moveTo>
                  <a:lnTo>
                    <a:pt x="638583" y="27418"/>
                  </a:lnTo>
                  <a:cubicBezTo>
                    <a:pt x="765929" y="81288"/>
                    <a:pt x="874279" y="171278"/>
                    <a:pt x="950793" y="284547"/>
                  </a:cubicBezTo>
                  <a:lnTo>
                    <a:pt x="962170" y="305509"/>
                  </a:lnTo>
                  <a:lnTo>
                    <a:pt x="955264" y="374016"/>
                  </a:lnTo>
                  <a:cubicBezTo>
                    <a:pt x="926906" y="512616"/>
                    <a:pt x="858151" y="636499"/>
                    <a:pt x="761839" y="732822"/>
                  </a:cubicBezTo>
                  <a:lnTo>
                    <a:pt x="726095" y="762318"/>
                  </a:lnTo>
                  <a:lnTo>
                    <a:pt x="726095" y="762319"/>
                  </a:lnTo>
                  <a:lnTo>
                    <a:pt x="656819" y="819484"/>
                  </a:lnTo>
                  <a:cubicBezTo>
                    <a:pt x="581316" y="870500"/>
                    <a:pt x="495467" y="907364"/>
                    <a:pt x="403078" y="926271"/>
                  </a:cubicBezTo>
                  <a:lnTo>
                    <a:pt x="311959" y="935458"/>
                  </a:lnTo>
                  <a:lnTo>
                    <a:pt x="260066" y="940690"/>
                  </a:lnTo>
                  <a:cubicBezTo>
                    <a:pt x="211077" y="940690"/>
                    <a:pt x="163248" y="935725"/>
                    <a:pt x="117054" y="926271"/>
                  </a:cubicBezTo>
                  <a:lnTo>
                    <a:pt x="0" y="889932"/>
                  </a:lnTo>
                  <a:lnTo>
                    <a:pt x="20346" y="824380"/>
                  </a:lnTo>
                  <a:lnTo>
                    <a:pt x="31656" y="712174"/>
                  </a:lnTo>
                  <a:lnTo>
                    <a:pt x="119973" y="684756"/>
                  </a:lnTo>
                  <a:lnTo>
                    <a:pt x="198572" y="642089"/>
                  </a:lnTo>
                  <a:lnTo>
                    <a:pt x="240511" y="619322"/>
                  </a:lnTo>
                  <a:cubicBezTo>
                    <a:pt x="278263" y="593814"/>
                    <a:pt x="313429" y="564769"/>
                    <a:pt x="345532" y="532661"/>
                  </a:cubicBezTo>
                  <a:lnTo>
                    <a:pt x="429197" y="431247"/>
                  </a:lnTo>
                  <a:lnTo>
                    <a:pt x="471137" y="454014"/>
                  </a:lnTo>
                  <a:lnTo>
                    <a:pt x="576158" y="540675"/>
                  </a:lnTo>
                  <a:lnTo>
                    <a:pt x="576158" y="540674"/>
                  </a:lnTo>
                  <a:cubicBezTo>
                    <a:pt x="544054" y="508567"/>
                    <a:pt x="508888" y="479521"/>
                    <a:pt x="471136" y="454013"/>
                  </a:cubicBezTo>
                  <a:lnTo>
                    <a:pt x="429196" y="431246"/>
                  </a:lnTo>
                  <a:lnTo>
                    <a:pt x="432182" y="427626"/>
                  </a:lnTo>
                  <a:cubicBezTo>
                    <a:pt x="508696" y="314356"/>
                    <a:pt x="553373" y="177808"/>
                    <a:pt x="553373" y="30824"/>
                  </a:cubicBezTo>
                  <a:close/>
                </a:path>
              </a:pathLst>
            </a:custGeom>
            <a:solidFill>
              <a:schemeClr val="bg1">
                <a:lumMod val="65000"/>
                <a:alpha val="5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23828BC1-BDE9-0C4F-8515-4AE5E8EB1EC0}"/>
                </a:ext>
              </a:extLst>
            </p:cNvPr>
            <p:cNvSpPr txBox="1"/>
            <p:nvPr/>
          </p:nvSpPr>
          <p:spPr>
            <a:xfrm>
              <a:off x="6817069" y="365826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30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1BB43-ACED-5C49-A15F-8A926583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078"/>
            <a:ext cx="10515600" cy="1325563"/>
          </a:xfrm>
        </p:spPr>
        <p:txBody>
          <a:bodyPr/>
          <a:lstStyle/>
          <a:p>
            <a:r>
              <a:rPr lang="fr-FR" b="1" dirty="0">
                <a:solidFill>
                  <a:srgbClr val="142544"/>
                </a:solidFill>
              </a:rPr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8EFBD7-19BF-6D4E-B580-F603A343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B9850-04DC-F549-96A6-67AA70033DA6}"/>
              </a:ext>
            </a:extLst>
          </p:cNvPr>
          <p:cNvSpPr/>
          <p:nvPr/>
        </p:nvSpPr>
        <p:spPr>
          <a:xfrm>
            <a:off x="877908" y="1723066"/>
            <a:ext cx="10515600" cy="4351338"/>
          </a:xfrm>
          <a:prstGeom prst="rect">
            <a:avLst/>
          </a:prstGeom>
          <a:solidFill>
            <a:srgbClr val="142544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D5C153-4BF7-B44E-A1C8-C391FCA543C1}"/>
              </a:ext>
            </a:extLst>
          </p:cNvPr>
          <p:cNvSpPr txBox="1"/>
          <p:nvPr/>
        </p:nvSpPr>
        <p:spPr>
          <a:xfrm>
            <a:off x="1150374" y="296442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7B75F9C-4CD0-9D46-B8EC-113D11308DCA}"/>
              </a:ext>
            </a:extLst>
          </p:cNvPr>
          <p:cNvSpPr txBox="1"/>
          <p:nvPr/>
        </p:nvSpPr>
        <p:spPr>
          <a:xfrm>
            <a:off x="3878830" y="3583858"/>
            <a:ext cx="7657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i="1" dirty="0">
                <a:solidFill>
                  <a:schemeClr val="bg1"/>
                </a:solidFill>
              </a:rPr>
              <a:t>Croissance du marché de freelance </a:t>
            </a:r>
          </a:p>
        </p:txBody>
      </p:sp>
      <p:sp>
        <p:nvSpPr>
          <p:cNvPr id="12" name="Moins 11">
            <a:extLst>
              <a:ext uri="{FF2B5EF4-FFF2-40B4-BE49-F238E27FC236}">
                <a16:creationId xmlns:a16="http://schemas.microsoft.com/office/drawing/2014/main" id="{C5740E7C-A3F5-6048-972D-3B718F2E0731}"/>
              </a:ext>
            </a:extLst>
          </p:cNvPr>
          <p:cNvSpPr/>
          <p:nvPr/>
        </p:nvSpPr>
        <p:spPr>
          <a:xfrm>
            <a:off x="-2" y="1167053"/>
            <a:ext cx="7551175" cy="468202"/>
          </a:xfrm>
          <a:prstGeom prst="mathMinus">
            <a:avLst/>
          </a:prstGeom>
          <a:solidFill>
            <a:srgbClr val="00CC87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CC87"/>
              </a:solidFill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A384B40-BF08-AA4A-AE45-B38DABC3947C}"/>
              </a:ext>
            </a:extLst>
          </p:cNvPr>
          <p:cNvGrpSpPr/>
          <p:nvPr/>
        </p:nvGrpSpPr>
        <p:grpSpPr>
          <a:xfrm>
            <a:off x="-1105447" y="1518769"/>
            <a:ext cx="4696372" cy="4454574"/>
            <a:chOff x="-1105447" y="1518769"/>
            <a:chExt cx="4696372" cy="4454574"/>
          </a:xfrm>
        </p:grpSpPr>
        <p:sp>
          <p:nvSpPr>
            <p:cNvPr id="6" name="Jonction de sommaire 5">
              <a:extLst>
                <a:ext uri="{FF2B5EF4-FFF2-40B4-BE49-F238E27FC236}">
                  <a16:creationId xmlns:a16="http://schemas.microsoft.com/office/drawing/2014/main" id="{61B5F0F1-7B78-6747-AE17-5FB9DCE88DA9}"/>
                </a:ext>
              </a:extLst>
            </p:cNvPr>
            <p:cNvSpPr/>
            <p:nvPr/>
          </p:nvSpPr>
          <p:spPr>
            <a:xfrm>
              <a:off x="-1105447" y="1518769"/>
              <a:ext cx="4696372" cy="4454574"/>
            </a:xfrm>
            <a:prstGeom prst="flowChartSummingJunction">
              <a:avLst/>
            </a:prstGeom>
            <a:solidFill>
              <a:srgbClr val="FD7210">
                <a:alpha val="94264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  <a:effectLst>
              <a:glow>
                <a:schemeClr val="bg1">
                  <a:alpha val="99766"/>
                </a:schemeClr>
              </a:glow>
              <a:outerShdw blurRad="58761" dist="38100" sx="12000" sy="12000" algn="l" rotWithShape="0">
                <a:schemeClr val="tx1">
                  <a:alpha val="81437"/>
                </a:schemeClr>
              </a:outerShdw>
              <a:softEdge rad="0"/>
            </a:effectLst>
            <a:scene3d>
              <a:camera prst="orthographicFront"/>
              <a:lightRig rig="threePt" dir="t"/>
            </a:scene3d>
            <a:sp3d contourW="12700">
              <a:bevelT w="425450" h="158750" prst="artDeco"/>
              <a:extrusionClr>
                <a:schemeClr val="tx1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9FE4840-F9BC-AC48-9321-A804F795D39F}"/>
                </a:ext>
              </a:extLst>
            </p:cNvPr>
            <p:cNvSpPr txBox="1"/>
            <p:nvPr/>
          </p:nvSpPr>
          <p:spPr>
            <a:xfrm>
              <a:off x="532775" y="4881413"/>
              <a:ext cx="187304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>
                  <a:solidFill>
                    <a:schemeClr val="bg1"/>
                  </a:solidFill>
                </a:rPr>
                <a:t>Objectif</a:t>
              </a:r>
              <a:r>
                <a:rPr lang="fr-FR" sz="3200" b="1" dirty="0"/>
                <a:t>🎯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AD6DA42-71FF-BE42-A1D0-3CBAABCFF97D}"/>
                </a:ext>
              </a:extLst>
            </p:cNvPr>
            <p:cNvSpPr txBox="1"/>
            <p:nvPr/>
          </p:nvSpPr>
          <p:spPr>
            <a:xfrm rot="5400000">
              <a:off x="1828800" y="3598601"/>
              <a:ext cx="21226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Contexte</a:t>
              </a:r>
              <a:r>
                <a:rPr lang="fr-FR" sz="3200" dirty="0">
                  <a:solidFill>
                    <a:schemeClr val="bg1"/>
                  </a:solidFill>
                </a:rPr>
                <a:t>🌍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C87D54B-5CD9-9F4A-ACF7-C84D1198F4ED}"/>
                </a:ext>
              </a:extLst>
            </p:cNvPr>
            <p:cNvSpPr txBox="1"/>
            <p:nvPr/>
          </p:nvSpPr>
          <p:spPr>
            <a:xfrm>
              <a:off x="774673" y="2418734"/>
              <a:ext cx="14414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Cible👥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8C453BEB-CEBB-BC4D-8D55-226C74A3B84F}"/>
                </a:ext>
              </a:extLst>
            </p:cNvPr>
            <p:cNvSpPr/>
            <p:nvPr/>
          </p:nvSpPr>
          <p:spPr>
            <a:xfrm>
              <a:off x="235974" y="3018935"/>
              <a:ext cx="1873046" cy="1532230"/>
            </a:xfrm>
            <a:prstGeom prst="ellipse">
              <a:avLst/>
            </a:prstGeom>
            <a:solidFill>
              <a:srgbClr val="FD7210"/>
            </a:solidFill>
            <a:scene3d>
              <a:camera prst="orthographicFront"/>
              <a:lightRig rig="threePt" dir="t"/>
            </a:scene3d>
            <a:sp3d contourW="101600" prstMaterial="matte">
              <a:bevelT w="279400" h="43815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54842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1BB43-ACED-5C49-A15F-8A926583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078"/>
            <a:ext cx="10515600" cy="1325563"/>
          </a:xfrm>
        </p:spPr>
        <p:txBody>
          <a:bodyPr/>
          <a:lstStyle/>
          <a:p>
            <a:r>
              <a:rPr lang="fr-FR" b="1" dirty="0">
                <a:solidFill>
                  <a:srgbClr val="142544"/>
                </a:solidFill>
              </a:rPr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8EFBD7-19BF-6D4E-B580-F603A343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B9850-04DC-F549-96A6-67AA70033DA6}"/>
              </a:ext>
            </a:extLst>
          </p:cNvPr>
          <p:cNvSpPr/>
          <p:nvPr/>
        </p:nvSpPr>
        <p:spPr>
          <a:xfrm>
            <a:off x="877908" y="1723066"/>
            <a:ext cx="10515600" cy="4351338"/>
          </a:xfrm>
          <a:prstGeom prst="rect">
            <a:avLst/>
          </a:prstGeom>
          <a:solidFill>
            <a:srgbClr val="142544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D5C153-4BF7-B44E-A1C8-C391FCA543C1}"/>
              </a:ext>
            </a:extLst>
          </p:cNvPr>
          <p:cNvSpPr txBox="1"/>
          <p:nvPr/>
        </p:nvSpPr>
        <p:spPr>
          <a:xfrm>
            <a:off x="1150374" y="296442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7B75F9C-4CD0-9D46-B8EC-113D11308DCA}"/>
              </a:ext>
            </a:extLst>
          </p:cNvPr>
          <p:cNvSpPr txBox="1"/>
          <p:nvPr/>
        </p:nvSpPr>
        <p:spPr>
          <a:xfrm>
            <a:off x="3878830" y="3583858"/>
            <a:ext cx="7657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i="1" dirty="0">
                <a:solidFill>
                  <a:schemeClr val="bg1"/>
                </a:solidFill>
              </a:rPr>
              <a:t>Concevoir un site vitrine complet</a:t>
            </a:r>
          </a:p>
        </p:txBody>
      </p:sp>
      <p:sp>
        <p:nvSpPr>
          <p:cNvPr id="12" name="Moins 11">
            <a:extLst>
              <a:ext uri="{FF2B5EF4-FFF2-40B4-BE49-F238E27FC236}">
                <a16:creationId xmlns:a16="http://schemas.microsoft.com/office/drawing/2014/main" id="{C5740E7C-A3F5-6048-972D-3B718F2E0731}"/>
              </a:ext>
            </a:extLst>
          </p:cNvPr>
          <p:cNvSpPr/>
          <p:nvPr/>
        </p:nvSpPr>
        <p:spPr>
          <a:xfrm>
            <a:off x="-2" y="1167053"/>
            <a:ext cx="7551175" cy="468202"/>
          </a:xfrm>
          <a:prstGeom prst="mathMinus">
            <a:avLst/>
          </a:prstGeom>
          <a:solidFill>
            <a:srgbClr val="00CC87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CC87"/>
              </a:solidFill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EB36B2CA-381A-E145-9EE6-24E680636761}"/>
              </a:ext>
            </a:extLst>
          </p:cNvPr>
          <p:cNvGrpSpPr/>
          <p:nvPr/>
        </p:nvGrpSpPr>
        <p:grpSpPr>
          <a:xfrm>
            <a:off x="-857250" y="1707641"/>
            <a:ext cx="4696372" cy="4454574"/>
            <a:chOff x="-857250" y="1707641"/>
            <a:chExt cx="4696372" cy="4454574"/>
          </a:xfrm>
        </p:grpSpPr>
        <p:sp>
          <p:nvSpPr>
            <p:cNvPr id="6" name="Jonction de sommaire 5">
              <a:extLst>
                <a:ext uri="{FF2B5EF4-FFF2-40B4-BE49-F238E27FC236}">
                  <a16:creationId xmlns:a16="http://schemas.microsoft.com/office/drawing/2014/main" id="{61B5F0F1-7B78-6747-AE17-5FB9DCE88DA9}"/>
                </a:ext>
              </a:extLst>
            </p:cNvPr>
            <p:cNvSpPr/>
            <p:nvPr/>
          </p:nvSpPr>
          <p:spPr>
            <a:xfrm>
              <a:off x="-857250" y="1707641"/>
              <a:ext cx="4696372" cy="4454574"/>
            </a:xfrm>
            <a:prstGeom prst="flowChartSummingJunction">
              <a:avLst/>
            </a:prstGeom>
            <a:solidFill>
              <a:srgbClr val="FD7210">
                <a:alpha val="94264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  <a:effectLst>
              <a:glow>
                <a:schemeClr val="bg1">
                  <a:alpha val="99766"/>
                </a:schemeClr>
              </a:glow>
              <a:outerShdw blurRad="58761" dist="38100" sx="12000" sy="12000" algn="l" rotWithShape="0">
                <a:schemeClr val="tx1">
                  <a:alpha val="81437"/>
                </a:schemeClr>
              </a:outerShdw>
              <a:softEdge rad="0"/>
            </a:effectLst>
            <a:scene3d>
              <a:camera prst="orthographicFront"/>
              <a:lightRig rig="threePt" dir="t"/>
            </a:scene3d>
            <a:sp3d contourW="12700">
              <a:bevelT w="425450" h="158750" prst="artDeco"/>
              <a:extrusionClr>
                <a:schemeClr val="tx1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9FE4840-F9BC-AC48-9321-A804F795D39F}"/>
                </a:ext>
              </a:extLst>
            </p:cNvPr>
            <p:cNvSpPr txBox="1"/>
            <p:nvPr/>
          </p:nvSpPr>
          <p:spPr>
            <a:xfrm rot="5400000">
              <a:off x="1889620" y="3391834"/>
              <a:ext cx="187304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>
                  <a:solidFill>
                    <a:schemeClr val="bg1"/>
                  </a:solidFill>
                </a:rPr>
                <a:t>Objectif</a:t>
              </a:r>
              <a:r>
                <a:rPr lang="fr-FR" sz="3200" b="1" dirty="0"/>
                <a:t>🎯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AD6DA42-71FF-BE42-A1D0-3CBAABCFF97D}"/>
                </a:ext>
              </a:extLst>
            </p:cNvPr>
            <p:cNvSpPr txBox="1"/>
            <p:nvPr/>
          </p:nvSpPr>
          <p:spPr>
            <a:xfrm>
              <a:off x="398210" y="2374491"/>
              <a:ext cx="21226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Contexte</a:t>
              </a:r>
              <a:r>
                <a:rPr lang="fr-FR" sz="3200" dirty="0">
                  <a:solidFill>
                    <a:schemeClr val="bg1"/>
                  </a:solidFill>
                </a:rPr>
                <a:t>🌍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C87D54B-5CD9-9F4A-ACF7-C84D1198F4ED}"/>
                </a:ext>
              </a:extLst>
            </p:cNvPr>
            <p:cNvSpPr txBox="1"/>
            <p:nvPr/>
          </p:nvSpPr>
          <p:spPr>
            <a:xfrm>
              <a:off x="877908" y="4984950"/>
              <a:ext cx="14414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Cible👥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3484DE1-7528-1D4F-ADCC-00F16A4F7335}"/>
                </a:ext>
              </a:extLst>
            </p:cNvPr>
            <p:cNvSpPr/>
            <p:nvPr/>
          </p:nvSpPr>
          <p:spPr>
            <a:xfrm>
              <a:off x="582941" y="3183213"/>
              <a:ext cx="1765924" cy="1630086"/>
            </a:xfrm>
            <a:prstGeom prst="ellipse">
              <a:avLst/>
            </a:prstGeom>
            <a:solidFill>
              <a:srgbClr val="FD7210"/>
            </a:solidFill>
            <a:scene3d>
              <a:camera prst="orthographicFront"/>
              <a:lightRig rig="threePt" dir="t"/>
            </a:scene3d>
            <a:sp3d contourW="101600" prstMaterial="matte">
              <a:bevelT w="279400" h="43815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58360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1BB43-ACED-5C49-A15F-8A9265836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2078"/>
            <a:ext cx="10515600" cy="1325563"/>
          </a:xfrm>
        </p:spPr>
        <p:txBody>
          <a:bodyPr/>
          <a:lstStyle/>
          <a:p>
            <a:r>
              <a:rPr lang="fr-FR" b="1" dirty="0">
                <a:solidFill>
                  <a:srgbClr val="142544"/>
                </a:solidFill>
              </a:rPr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8EFBD7-19BF-6D4E-B580-F603A3430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FB9850-04DC-F549-96A6-67AA70033DA6}"/>
              </a:ext>
            </a:extLst>
          </p:cNvPr>
          <p:cNvSpPr/>
          <p:nvPr/>
        </p:nvSpPr>
        <p:spPr>
          <a:xfrm>
            <a:off x="877908" y="1723066"/>
            <a:ext cx="10515600" cy="4351338"/>
          </a:xfrm>
          <a:prstGeom prst="rect">
            <a:avLst/>
          </a:prstGeom>
          <a:solidFill>
            <a:srgbClr val="142544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D5C153-4BF7-B44E-A1C8-C391FCA543C1}"/>
              </a:ext>
            </a:extLst>
          </p:cNvPr>
          <p:cNvSpPr txBox="1"/>
          <p:nvPr/>
        </p:nvSpPr>
        <p:spPr>
          <a:xfrm>
            <a:off x="1150374" y="296442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7B75F9C-4CD0-9D46-B8EC-113D11308DCA}"/>
              </a:ext>
            </a:extLst>
          </p:cNvPr>
          <p:cNvSpPr txBox="1"/>
          <p:nvPr/>
        </p:nvSpPr>
        <p:spPr>
          <a:xfrm>
            <a:off x="3878830" y="3583858"/>
            <a:ext cx="76576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i="1" dirty="0">
                <a:solidFill>
                  <a:schemeClr val="bg1"/>
                </a:solidFill>
              </a:rPr>
              <a:t>Entreprises et freelances</a:t>
            </a:r>
          </a:p>
        </p:txBody>
      </p:sp>
      <p:sp>
        <p:nvSpPr>
          <p:cNvPr id="12" name="Moins 11">
            <a:extLst>
              <a:ext uri="{FF2B5EF4-FFF2-40B4-BE49-F238E27FC236}">
                <a16:creationId xmlns:a16="http://schemas.microsoft.com/office/drawing/2014/main" id="{C5740E7C-A3F5-6048-972D-3B718F2E0731}"/>
              </a:ext>
            </a:extLst>
          </p:cNvPr>
          <p:cNvSpPr/>
          <p:nvPr/>
        </p:nvSpPr>
        <p:spPr>
          <a:xfrm>
            <a:off x="-2" y="1167053"/>
            <a:ext cx="7551175" cy="468202"/>
          </a:xfrm>
          <a:prstGeom prst="mathMinus">
            <a:avLst/>
          </a:prstGeom>
          <a:solidFill>
            <a:srgbClr val="00CC87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CC87"/>
              </a:solidFill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F23155B0-1583-1C46-B316-E0481DDD48D5}"/>
              </a:ext>
            </a:extLst>
          </p:cNvPr>
          <p:cNvGrpSpPr/>
          <p:nvPr/>
        </p:nvGrpSpPr>
        <p:grpSpPr>
          <a:xfrm>
            <a:off x="-837396" y="1671448"/>
            <a:ext cx="4696372" cy="4454574"/>
            <a:chOff x="-837396" y="1671448"/>
            <a:chExt cx="4696372" cy="4454574"/>
          </a:xfrm>
        </p:grpSpPr>
        <p:sp>
          <p:nvSpPr>
            <p:cNvPr id="6" name="Jonction de sommaire 5">
              <a:extLst>
                <a:ext uri="{FF2B5EF4-FFF2-40B4-BE49-F238E27FC236}">
                  <a16:creationId xmlns:a16="http://schemas.microsoft.com/office/drawing/2014/main" id="{61B5F0F1-7B78-6747-AE17-5FB9DCE88DA9}"/>
                </a:ext>
              </a:extLst>
            </p:cNvPr>
            <p:cNvSpPr/>
            <p:nvPr/>
          </p:nvSpPr>
          <p:spPr>
            <a:xfrm>
              <a:off x="-837396" y="1671448"/>
              <a:ext cx="4696372" cy="4454574"/>
            </a:xfrm>
            <a:prstGeom prst="flowChartSummingJunction">
              <a:avLst/>
            </a:prstGeom>
            <a:solidFill>
              <a:srgbClr val="FD7210">
                <a:alpha val="94264"/>
              </a:srgbClr>
            </a:solidFill>
            <a:ln>
              <a:solidFill>
                <a:schemeClr val="accent1">
                  <a:shade val="50000"/>
                </a:schemeClr>
              </a:solidFill>
            </a:ln>
            <a:effectLst>
              <a:glow>
                <a:schemeClr val="bg1">
                  <a:alpha val="99766"/>
                </a:schemeClr>
              </a:glow>
              <a:outerShdw blurRad="58761" dist="38100" sx="12000" sy="12000" algn="l" rotWithShape="0">
                <a:schemeClr val="tx1">
                  <a:alpha val="81437"/>
                </a:schemeClr>
              </a:outerShdw>
              <a:softEdge rad="0"/>
            </a:effectLst>
            <a:scene3d>
              <a:camera prst="orthographicFront"/>
              <a:lightRig rig="threePt" dir="t"/>
            </a:scene3d>
            <a:sp3d contourW="12700">
              <a:bevelT w="425450" h="158750" prst="artDeco"/>
              <a:extrusionClr>
                <a:schemeClr val="tx1"/>
              </a:extrusionClr>
              <a:contourClr>
                <a:schemeClr val="tx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79FE4840-F9BC-AC48-9321-A804F795D39F}"/>
                </a:ext>
              </a:extLst>
            </p:cNvPr>
            <p:cNvSpPr txBox="1"/>
            <p:nvPr/>
          </p:nvSpPr>
          <p:spPr>
            <a:xfrm>
              <a:off x="511409" y="2220349"/>
              <a:ext cx="187304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b="1" dirty="0">
                  <a:solidFill>
                    <a:schemeClr val="bg1"/>
                  </a:solidFill>
                </a:rPr>
                <a:t>Objectif</a:t>
              </a:r>
              <a:r>
                <a:rPr lang="fr-FR" sz="3200" b="1" dirty="0"/>
                <a:t>🎯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AD6DA42-71FF-BE42-A1D0-3CBAABCFF97D}"/>
                </a:ext>
              </a:extLst>
            </p:cNvPr>
            <p:cNvSpPr txBox="1"/>
            <p:nvPr/>
          </p:nvSpPr>
          <p:spPr>
            <a:xfrm>
              <a:off x="457201" y="4881716"/>
              <a:ext cx="212269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Contexte</a:t>
              </a:r>
              <a:r>
                <a:rPr lang="fr-FR" sz="3200" dirty="0">
                  <a:solidFill>
                    <a:schemeClr val="bg1"/>
                  </a:solidFill>
                </a:rPr>
                <a:t>🌍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C87D54B-5CD9-9F4A-ACF7-C84D1198F4ED}"/>
                </a:ext>
              </a:extLst>
            </p:cNvPr>
            <p:cNvSpPr txBox="1"/>
            <p:nvPr/>
          </p:nvSpPr>
          <p:spPr>
            <a:xfrm rot="5400000">
              <a:off x="2175760" y="3583856"/>
              <a:ext cx="144142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3200" b="1" dirty="0">
                  <a:solidFill>
                    <a:schemeClr val="bg1"/>
                  </a:solidFill>
                </a:rPr>
                <a:t>Cible👥</a:t>
              </a:r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6140F341-CC20-6946-B548-1B73210903DC}"/>
                </a:ext>
              </a:extLst>
            </p:cNvPr>
            <p:cNvSpPr/>
            <p:nvPr/>
          </p:nvSpPr>
          <p:spPr>
            <a:xfrm>
              <a:off x="649024" y="3183213"/>
              <a:ext cx="1699841" cy="1630086"/>
            </a:xfrm>
            <a:prstGeom prst="ellipse">
              <a:avLst/>
            </a:prstGeom>
            <a:solidFill>
              <a:srgbClr val="FD7210"/>
            </a:solidFill>
            <a:scene3d>
              <a:camera prst="orthographicFront"/>
              <a:lightRig rig="threePt" dir="t"/>
            </a:scene3d>
            <a:sp3d contourW="101600" prstMaterial="matte">
              <a:bevelT w="279400" h="43815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9079362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D3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3554FCC-92D9-2548-A7BB-7DF1D70432C6}"/>
              </a:ext>
            </a:extLst>
          </p:cNvPr>
          <p:cNvSpPr/>
          <p:nvPr/>
        </p:nvSpPr>
        <p:spPr>
          <a:xfrm>
            <a:off x="2537574" y="-183878"/>
            <a:ext cx="2266120" cy="685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Texte claire</a:t>
            </a:r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1638C01A-A54A-C145-B73F-28D304EBBEF6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3516160" flipH="1">
            <a:off x="715617" y="6301408"/>
            <a:ext cx="122583" cy="79513"/>
          </a:xfrm>
        </p:spPr>
        <p:txBody>
          <a:bodyPr>
            <a:normAutofit fontScale="25000" lnSpcReduction="20000"/>
          </a:bodyPr>
          <a:lstStyle/>
          <a:p>
            <a:endParaRPr lang="fr-FR" dirty="0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44E85A9D-7689-0045-8FB2-8737BBFBEA2A}"/>
              </a:ext>
            </a:extLst>
          </p:cNvPr>
          <p:cNvGrpSpPr/>
          <p:nvPr/>
        </p:nvGrpSpPr>
        <p:grpSpPr>
          <a:xfrm>
            <a:off x="1920362" y="-183878"/>
            <a:ext cx="2883332" cy="6858000"/>
            <a:chOff x="7386094" y="-130436"/>
            <a:chExt cx="2883332" cy="6858000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F45C5F2-DC70-3B48-AE84-76DEDFE19BE0}"/>
                </a:ext>
              </a:extLst>
            </p:cNvPr>
            <p:cNvSpPr/>
            <p:nvPr/>
          </p:nvSpPr>
          <p:spPr>
            <a:xfrm>
              <a:off x="7386094" y="-130436"/>
              <a:ext cx="2392426" cy="6858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>
                  <a:solidFill>
                    <a:schemeClr val="tx1"/>
                  </a:solidFill>
                </a:rPr>
                <a:t>Fond</a:t>
              </a:r>
            </a:p>
          </p:txBody>
        </p:sp>
        <p:sp>
          <p:nvSpPr>
            <p:cNvPr id="30" name="Triangle 29">
              <a:extLst>
                <a:ext uri="{FF2B5EF4-FFF2-40B4-BE49-F238E27FC236}">
                  <a16:creationId xmlns:a16="http://schemas.microsoft.com/office/drawing/2014/main" id="{62379BB7-AD51-AD44-BEAF-C32A053742DD}"/>
                </a:ext>
              </a:extLst>
            </p:cNvPr>
            <p:cNvSpPr/>
            <p:nvPr/>
          </p:nvSpPr>
          <p:spPr>
            <a:xfrm rot="5400000">
              <a:off x="9139543" y="2689425"/>
              <a:ext cx="1762807" cy="49695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04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A20BDC0-DDD9-F64C-82C6-E481B80EB867}"/>
              </a:ext>
            </a:extLst>
          </p:cNvPr>
          <p:cNvGrpSpPr/>
          <p:nvPr/>
        </p:nvGrpSpPr>
        <p:grpSpPr>
          <a:xfrm>
            <a:off x="736363" y="-263391"/>
            <a:ext cx="3624715" cy="6858000"/>
            <a:chOff x="4899787" y="0"/>
            <a:chExt cx="3624715" cy="6858000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7AE2513B-A839-6743-9F49-0999067A5D18}"/>
                </a:ext>
              </a:extLst>
            </p:cNvPr>
            <p:cNvSpPr/>
            <p:nvPr/>
          </p:nvSpPr>
          <p:spPr>
            <a:xfrm>
              <a:off x="4899787" y="0"/>
              <a:ext cx="2595569" cy="6858000"/>
            </a:xfrm>
            <a:prstGeom prst="roundRect">
              <a:avLst/>
            </a:prstGeom>
            <a:solidFill>
              <a:srgbClr val="00CC8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/>
                <a:t>Accent</a:t>
              </a: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5C301F7D-E414-7245-BD8B-29AAD8632202}"/>
                </a:ext>
              </a:extLst>
            </p:cNvPr>
            <p:cNvSpPr/>
            <p:nvPr/>
          </p:nvSpPr>
          <p:spPr>
            <a:xfrm rot="5400000">
              <a:off x="6702807" y="2675767"/>
              <a:ext cx="2574947" cy="1068442"/>
            </a:xfrm>
            <a:prstGeom prst="triangle">
              <a:avLst/>
            </a:prstGeom>
            <a:solidFill>
              <a:srgbClr val="00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03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FD7763B9-6B1B-DA47-9EE8-D254EB0BE508}"/>
              </a:ext>
            </a:extLst>
          </p:cNvPr>
          <p:cNvGrpSpPr/>
          <p:nvPr/>
        </p:nvGrpSpPr>
        <p:grpSpPr>
          <a:xfrm>
            <a:off x="56116" y="-263391"/>
            <a:ext cx="3374885" cy="6858000"/>
            <a:chOff x="2035999" y="-424798"/>
            <a:chExt cx="3594376" cy="7062718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2A36069B-261B-BE4B-83AD-34088B0E7B47}"/>
                </a:ext>
              </a:extLst>
            </p:cNvPr>
            <p:cNvSpPr/>
            <p:nvPr/>
          </p:nvSpPr>
          <p:spPr>
            <a:xfrm>
              <a:off x="2035999" y="-424798"/>
              <a:ext cx="2869887" cy="7062718"/>
            </a:xfrm>
            <a:prstGeom prst="roundRect">
              <a:avLst/>
            </a:prstGeom>
            <a:solidFill>
              <a:srgbClr val="14254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/>
                <a:t>Secondaire</a:t>
              </a: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A895A4B2-546F-C448-8830-07416EADDFFB}"/>
                </a:ext>
              </a:extLst>
            </p:cNvPr>
            <p:cNvSpPr/>
            <p:nvPr/>
          </p:nvSpPr>
          <p:spPr>
            <a:xfrm rot="5400000">
              <a:off x="4146414" y="2372361"/>
              <a:ext cx="2140425" cy="827496"/>
            </a:xfrm>
            <a:prstGeom prst="triangle">
              <a:avLst/>
            </a:prstGeom>
            <a:solidFill>
              <a:srgbClr val="1425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02</a:t>
              </a: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EC8892E5-1682-594A-A968-52AFF809156C}"/>
              </a:ext>
            </a:extLst>
          </p:cNvPr>
          <p:cNvGrpSpPr/>
          <p:nvPr/>
        </p:nvGrpSpPr>
        <p:grpSpPr>
          <a:xfrm>
            <a:off x="-102993" y="-183878"/>
            <a:ext cx="2853746" cy="6858000"/>
            <a:chOff x="773" y="-79513"/>
            <a:chExt cx="2853746" cy="6858000"/>
          </a:xfrm>
        </p:grpSpPr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DE4237E1-97B5-4943-BF85-F4061D0E25FA}"/>
                </a:ext>
              </a:extLst>
            </p:cNvPr>
            <p:cNvSpPr/>
            <p:nvPr/>
          </p:nvSpPr>
          <p:spPr>
            <a:xfrm rot="5400000">
              <a:off x="1554678" y="2518020"/>
              <a:ext cx="1992235" cy="607447"/>
            </a:xfrm>
            <a:prstGeom prst="triangle">
              <a:avLst/>
            </a:prstGeom>
            <a:solidFill>
              <a:srgbClr val="E165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01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CAB1EBDF-2FDA-3C40-A47E-DF8FAB0C0E41}"/>
                </a:ext>
              </a:extLst>
            </p:cNvPr>
            <p:cNvSpPr/>
            <p:nvPr/>
          </p:nvSpPr>
          <p:spPr>
            <a:xfrm>
              <a:off x="773" y="-79513"/>
              <a:ext cx="2266122" cy="6858000"/>
            </a:xfrm>
            <a:prstGeom prst="roundRect">
              <a:avLst/>
            </a:prstGeom>
            <a:solidFill>
              <a:srgbClr val="E1651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4000" dirty="0"/>
                <a:t>Primaire</a:t>
              </a:r>
            </a:p>
          </p:txBody>
        </p:sp>
      </p:grpSp>
      <p:sp>
        <p:nvSpPr>
          <p:cNvPr id="47" name="Triangle 46">
            <a:extLst>
              <a:ext uri="{FF2B5EF4-FFF2-40B4-BE49-F238E27FC236}">
                <a16:creationId xmlns:a16="http://schemas.microsoft.com/office/drawing/2014/main" id="{70E5F98D-91A0-1A44-9EC5-1EA54EC31AB1}"/>
              </a:ext>
            </a:extLst>
          </p:cNvPr>
          <p:cNvSpPr/>
          <p:nvPr/>
        </p:nvSpPr>
        <p:spPr>
          <a:xfrm rot="5400000">
            <a:off x="4443764" y="2683705"/>
            <a:ext cx="1411745" cy="751058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05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46E2382-AD60-D745-9875-68EFECF756E0}"/>
              </a:ext>
            </a:extLst>
          </p:cNvPr>
          <p:cNvSpPr txBox="1"/>
          <p:nvPr/>
        </p:nvSpPr>
        <p:spPr>
          <a:xfrm>
            <a:off x="5605667" y="2226365"/>
            <a:ext cx="6321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142544"/>
                </a:solidFill>
                <a:latin typeface="Abadi MT Condensed Extra Bold" panose="020B0306030101010103" pitchFamily="34" charset="77"/>
              </a:rPr>
              <a:t>Choix de design_ palette de couleur</a:t>
            </a:r>
          </a:p>
        </p:txBody>
      </p:sp>
    </p:spTree>
    <p:extLst>
      <p:ext uri="{BB962C8B-B14F-4D97-AF65-F5344CB8AC3E}">
        <p14:creationId xmlns:p14="http://schemas.microsoft.com/office/powerpoint/2010/main" val="178420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3554FCC-92D9-2548-A7BB-7DF1D70432C6}"/>
              </a:ext>
            </a:extLst>
          </p:cNvPr>
          <p:cNvSpPr/>
          <p:nvPr/>
        </p:nvSpPr>
        <p:spPr>
          <a:xfrm>
            <a:off x="9849046" y="0"/>
            <a:ext cx="2266120" cy="685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/>
              <a:t>Texte claire</a:t>
            </a:r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1638C01A-A54A-C145-B73F-28D304EBBEF6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3516160" flipH="1">
            <a:off x="715617" y="6301408"/>
            <a:ext cx="122583" cy="79513"/>
          </a:xfrm>
        </p:spPr>
        <p:txBody>
          <a:bodyPr>
            <a:normAutofit fontScale="25000" lnSpcReduction="20000"/>
          </a:bodyPr>
          <a:lstStyle/>
          <a:p>
            <a:endParaRPr lang="fr-FR" dirty="0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44E85A9D-7689-0045-8FB2-8737BBFBEA2A}"/>
              </a:ext>
            </a:extLst>
          </p:cNvPr>
          <p:cNvGrpSpPr/>
          <p:nvPr/>
        </p:nvGrpSpPr>
        <p:grpSpPr>
          <a:xfrm>
            <a:off x="7550352" y="0"/>
            <a:ext cx="2789248" cy="6858000"/>
            <a:chOff x="7633590" y="49703"/>
            <a:chExt cx="2789248" cy="6858000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EF45C5F2-DC70-3B48-AE84-76DEDFE19BE0}"/>
                </a:ext>
              </a:extLst>
            </p:cNvPr>
            <p:cNvSpPr/>
            <p:nvPr/>
          </p:nvSpPr>
          <p:spPr>
            <a:xfrm>
              <a:off x="7633590" y="49703"/>
              <a:ext cx="2392426" cy="6858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>
                  <a:solidFill>
                    <a:schemeClr val="tx1"/>
                  </a:solidFill>
                </a:rPr>
                <a:t>Fond</a:t>
              </a:r>
            </a:p>
          </p:txBody>
        </p:sp>
        <p:sp>
          <p:nvSpPr>
            <p:cNvPr id="30" name="Triangle 29">
              <a:extLst>
                <a:ext uri="{FF2B5EF4-FFF2-40B4-BE49-F238E27FC236}">
                  <a16:creationId xmlns:a16="http://schemas.microsoft.com/office/drawing/2014/main" id="{62379BB7-AD51-AD44-BEAF-C32A053742DD}"/>
                </a:ext>
              </a:extLst>
            </p:cNvPr>
            <p:cNvSpPr/>
            <p:nvPr/>
          </p:nvSpPr>
          <p:spPr>
            <a:xfrm rot="5400000">
              <a:off x="9292955" y="2727307"/>
              <a:ext cx="1762807" cy="49695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>
                  <a:solidFill>
                    <a:schemeClr val="tx1"/>
                  </a:solidFill>
                </a:rPr>
                <a:t>06</a:t>
              </a:r>
            </a:p>
          </p:txBody>
        </p:sp>
      </p:grp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6A20BDC0-DDD9-F64C-82C6-E481B80EB867}"/>
              </a:ext>
            </a:extLst>
          </p:cNvPr>
          <p:cNvGrpSpPr/>
          <p:nvPr/>
        </p:nvGrpSpPr>
        <p:grpSpPr>
          <a:xfrm>
            <a:off x="4899787" y="0"/>
            <a:ext cx="3372931" cy="6858000"/>
            <a:chOff x="4899787" y="0"/>
            <a:chExt cx="3372931" cy="6858000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7AE2513B-A839-6743-9F49-0999067A5D18}"/>
                </a:ext>
              </a:extLst>
            </p:cNvPr>
            <p:cNvSpPr/>
            <p:nvPr/>
          </p:nvSpPr>
          <p:spPr>
            <a:xfrm>
              <a:off x="4899787" y="0"/>
              <a:ext cx="2595569" cy="6858000"/>
            </a:xfrm>
            <a:prstGeom prst="roundRect">
              <a:avLst/>
            </a:prstGeom>
            <a:solidFill>
              <a:srgbClr val="00CC8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/>
                <a:t>Accent</a:t>
              </a: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5C301F7D-E414-7245-BD8B-29AAD8632202}"/>
                </a:ext>
              </a:extLst>
            </p:cNvPr>
            <p:cNvSpPr/>
            <p:nvPr/>
          </p:nvSpPr>
          <p:spPr>
            <a:xfrm rot="5400000">
              <a:off x="6729094" y="2610935"/>
              <a:ext cx="2328934" cy="758315"/>
            </a:xfrm>
            <a:prstGeom prst="triangle">
              <a:avLst/>
            </a:prstGeom>
            <a:solidFill>
              <a:srgbClr val="00CC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04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FD7763B9-6B1B-DA47-9EE8-D254EB0BE508}"/>
              </a:ext>
            </a:extLst>
          </p:cNvPr>
          <p:cNvGrpSpPr/>
          <p:nvPr/>
        </p:nvGrpSpPr>
        <p:grpSpPr>
          <a:xfrm>
            <a:off x="2266120" y="49703"/>
            <a:ext cx="3333766" cy="6858000"/>
            <a:chOff x="2285169" y="-153545"/>
            <a:chExt cx="3550583" cy="7062718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2A36069B-261B-BE4B-83AD-34088B0E7B47}"/>
                </a:ext>
              </a:extLst>
            </p:cNvPr>
            <p:cNvSpPr/>
            <p:nvPr/>
          </p:nvSpPr>
          <p:spPr>
            <a:xfrm>
              <a:off x="2285169" y="-153545"/>
              <a:ext cx="2869887" cy="7062718"/>
            </a:xfrm>
            <a:prstGeom prst="roundRect">
              <a:avLst/>
            </a:prstGeom>
            <a:solidFill>
              <a:srgbClr val="14254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dirty="0"/>
                <a:t>Secondaire</a:t>
              </a:r>
            </a:p>
          </p:txBody>
        </p:sp>
        <p:sp>
          <p:nvSpPr>
            <p:cNvPr id="28" name="Triangle 27">
              <a:extLst>
                <a:ext uri="{FF2B5EF4-FFF2-40B4-BE49-F238E27FC236}">
                  <a16:creationId xmlns:a16="http://schemas.microsoft.com/office/drawing/2014/main" id="{A895A4B2-546F-C448-8830-07416EADDFFB}"/>
                </a:ext>
              </a:extLst>
            </p:cNvPr>
            <p:cNvSpPr/>
            <p:nvPr/>
          </p:nvSpPr>
          <p:spPr>
            <a:xfrm rot="5400000">
              <a:off x="4293464" y="2225311"/>
              <a:ext cx="2051704" cy="1032873"/>
            </a:xfrm>
            <a:prstGeom prst="triangle">
              <a:avLst/>
            </a:prstGeom>
            <a:solidFill>
              <a:srgbClr val="1425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02</a:t>
              </a:r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EC8892E5-1682-594A-A968-52AFF809156C}"/>
              </a:ext>
            </a:extLst>
          </p:cNvPr>
          <p:cNvGrpSpPr/>
          <p:nvPr/>
        </p:nvGrpSpPr>
        <p:grpSpPr>
          <a:xfrm>
            <a:off x="0" y="0"/>
            <a:ext cx="2854519" cy="6858000"/>
            <a:chOff x="0" y="0"/>
            <a:chExt cx="2854519" cy="6858000"/>
          </a:xfrm>
        </p:grpSpPr>
        <p:sp>
          <p:nvSpPr>
            <p:cNvPr id="27" name="Triangle 26">
              <a:extLst>
                <a:ext uri="{FF2B5EF4-FFF2-40B4-BE49-F238E27FC236}">
                  <a16:creationId xmlns:a16="http://schemas.microsoft.com/office/drawing/2014/main" id="{DE4237E1-97B5-4943-BF85-F4061D0E25FA}"/>
                </a:ext>
              </a:extLst>
            </p:cNvPr>
            <p:cNvSpPr/>
            <p:nvPr/>
          </p:nvSpPr>
          <p:spPr>
            <a:xfrm rot="5400000">
              <a:off x="1554678" y="2518020"/>
              <a:ext cx="1992235" cy="607447"/>
            </a:xfrm>
            <a:prstGeom prst="triangle">
              <a:avLst/>
            </a:prstGeom>
            <a:solidFill>
              <a:srgbClr val="E1651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b="1" dirty="0"/>
                <a:t>01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CAB1EBDF-2FDA-3C40-A47E-DF8FAB0C0E41}"/>
                </a:ext>
              </a:extLst>
            </p:cNvPr>
            <p:cNvSpPr/>
            <p:nvPr/>
          </p:nvSpPr>
          <p:spPr>
            <a:xfrm>
              <a:off x="0" y="0"/>
              <a:ext cx="2266122" cy="6858000"/>
            </a:xfrm>
            <a:prstGeom prst="roundRect">
              <a:avLst/>
            </a:prstGeom>
            <a:solidFill>
              <a:srgbClr val="E1651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4000" dirty="0"/>
                <a:t>Primaire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7590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239A6-9582-F348-85EF-C24A93C1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6F25CD-7A70-474A-BD56-120A2658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642FAC04-2A2A-E541-98DC-4F40C3A48713}"/>
              </a:ext>
            </a:extLst>
          </p:cNvPr>
          <p:cNvGrpSpPr/>
          <p:nvPr/>
        </p:nvGrpSpPr>
        <p:grpSpPr>
          <a:xfrm>
            <a:off x="838200" y="365126"/>
            <a:ext cx="10515600" cy="5811838"/>
            <a:chOff x="457200" y="228600"/>
            <a:chExt cx="8229600" cy="4389120"/>
          </a:xfrm>
        </p:grpSpPr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2F46C0B1-5563-DC49-BE8E-69CAFA20A859}"/>
                </a:ext>
              </a:extLst>
            </p:cNvPr>
            <p:cNvSpPr/>
            <p:nvPr/>
          </p:nvSpPr>
          <p:spPr>
            <a:xfrm>
              <a:off x="457200" y="22860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Choix de design — Typographie</a:t>
              </a:r>
              <a:endParaRPr lang="en-US" sz="3000" dirty="0"/>
            </a:p>
          </p:txBody>
        </p:sp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7365F7B7-7300-7C4F-9EA7-B0665C167C91}"/>
                </a:ext>
              </a:extLst>
            </p:cNvPr>
            <p:cNvSpPr/>
            <p:nvPr/>
          </p:nvSpPr>
          <p:spPr>
            <a:xfrm>
              <a:off x="457200" y="960120"/>
              <a:ext cx="3931920" cy="3657600"/>
            </a:xfrm>
            <a:prstGeom prst="roundRect">
              <a:avLst>
                <a:gd name="adj" fmla="val 3750"/>
              </a:avLst>
            </a:prstGeom>
            <a:solidFill>
              <a:srgbClr val="1E293B"/>
            </a:solidFill>
            <a:ln w="12700">
              <a:solidFill>
                <a:srgbClr val="1E293B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2">
              <a:extLst>
                <a:ext uri="{FF2B5EF4-FFF2-40B4-BE49-F238E27FC236}">
                  <a16:creationId xmlns:a16="http://schemas.microsoft.com/office/drawing/2014/main" id="{0F1CC5DA-EA83-4148-A97C-C79B774577AE}"/>
                </a:ext>
              </a:extLst>
            </p:cNvPr>
            <p:cNvSpPr/>
            <p:nvPr/>
          </p:nvSpPr>
          <p:spPr>
            <a:xfrm>
              <a:off x="640080" y="114300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Poppins</a:t>
              </a:r>
              <a:endParaRPr lang="en-US" sz="3800" dirty="0"/>
            </a:p>
          </p:txBody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10A3E871-21DF-4347-97F8-168EE1B85F65}"/>
                </a:ext>
              </a:extLst>
            </p:cNvPr>
            <p:cNvSpPr/>
            <p:nvPr/>
          </p:nvSpPr>
          <p:spPr>
            <a:xfrm>
              <a:off x="640080" y="196596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kern="0" spc="300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TITRES &amp; HEADINGS</a:t>
              </a:r>
              <a:endParaRPr lang="en-US" sz="1100" dirty="0"/>
            </a:p>
          </p:txBody>
        </p:sp>
        <p:sp>
          <p:nvSpPr>
            <p:cNvPr id="20" name="Shape 4">
              <a:extLst>
                <a:ext uri="{FF2B5EF4-FFF2-40B4-BE49-F238E27FC236}">
                  <a16:creationId xmlns:a16="http://schemas.microsoft.com/office/drawing/2014/main" id="{C03E071C-A132-6D4D-B721-343488C9DDBF}"/>
                </a:ext>
              </a:extLst>
            </p:cNvPr>
            <p:cNvSpPr/>
            <p:nvPr/>
          </p:nvSpPr>
          <p:spPr>
            <a:xfrm>
              <a:off x="640080" y="2377440"/>
              <a:ext cx="3383280" cy="27432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805B89EE-5508-784A-90B0-D906D314C148}"/>
                </a:ext>
              </a:extLst>
            </p:cNvPr>
            <p:cNvSpPr/>
            <p:nvPr/>
          </p:nvSpPr>
          <p:spPr>
            <a:xfrm>
              <a:off x="640080" y="2514600"/>
              <a:ext cx="3566160" cy="1645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Géométrique &amp; moderne
</a:t>
              </a: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Lisible en grand format
</a:t>
              </a: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Tendance 2026</a:t>
              </a:r>
              <a:endParaRPr lang="en-US" sz="1300" dirty="0"/>
            </a:p>
          </p:txBody>
        </p:sp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6F9C00D4-8DDB-DD4D-95CC-024ECEBCF7C9}"/>
                </a:ext>
              </a:extLst>
            </p:cNvPr>
            <p:cNvSpPr/>
            <p:nvPr/>
          </p:nvSpPr>
          <p:spPr>
            <a:xfrm>
              <a:off x="4754880" y="960120"/>
              <a:ext cx="3931920" cy="3657600"/>
            </a:xfrm>
            <a:prstGeom prst="roundRect">
              <a:avLst>
                <a:gd name="adj" fmla="val 3750"/>
              </a:avLst>
            </a:prstGeom>
            <a:solidFill>
              <a:srgbClr val="F8FAFC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43705EE7-6DCE-6049-B6E3-0CD9FFCFECF0}"/>
                </a:ext>
              </a:extLst>
            </p:cNvPr>
            <p:cNvSpPr/>
            <p:nvPr/>
          </p:nvSpPr>
          <p:spPr>
            <a:xfrm>
              <a:off x="4937760" y="1143000"/>
              <a:ext cx="3566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80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Nunito</a:t>
              </a:r>
              <a:endParaRPr lang="en-US" sz="3800" dirty="0"/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EC1E4350-4CC7-0D47-97F9-82A99C146CC7}"/>
                </a:ext>
              </a:extLst>
            </p:cNvPr>
            <p:cNvSpPr/>
            <p:nvPr/>
          </p:nvSpPr>
          <p:spPr>
            <a:xfrm>
              <a:off x="4937760" y="1965960"/>
              <a:ext cx="35661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kern="0" spc="3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CORPS DE TEXTE</a:t>
              </a:r>
              <a:endParaRPr lang="en-US" sz="1100" dirty="0"/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14E37C02-B596-E543-A996-E84E2825A0BE}"/>
                </a:ext>
              </a:extLst>
            </p:cNvPr>
            <p:cNvSpPr/>
            <p:nvPr/>
          </p:nvSpPr>
          <p:spPr>
            <a:xfrm>
              <a:off x="4937760" y="2377440"/>
              <a:ext cx="3383280" cy="27432"/>
            </a:xfrm>
            <a:prstGeom prst="rect">
              <a:avLst/>
            </a:prstGeom>
            <a:solidFill>
              <a:srgbClr val="E2E8F0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3C9788C7-1D6D-C543-BDE5-15D69819531A}"/>
                </a:ext>
              </a:extLst>
            </p:cNvPr>
            <p:cNvSpPr/>
            <p:nvPr/>
          </p:nvSpPr>
          <p:spPr>
            <a:xfrm>
              <a:off x="4937760" y="2514600"/>
              <a:ext cx="3566160" cy="1645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Douce &amp; arrondie
</a:t>
              </a: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Agréable en petit format
</a:t>
              </a:r>
              <a:r>
                <a:rPr lang="en-US" sz="13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</a:t>
              </a:r>
              <a:r>
                <a:rPr lang="en-US" sz="13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Bonne lisibilité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469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F0531-B6B7-C24B-B3E6-1D2E181E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158D69-3C9A-6C40-A783-A8C28E02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E48C6633-7510-294E-99D6-8D5882A02FD5}"/>
              </a:ext>
            </a:extLst>
          </p:cNvPr>
          <p:cNvGrpSpPr/>
          <p:nvPr/>
        </p:nvGrpSpPr>
        <p:grpSpPr>
          <a:xfrm>
            <a:off x="678426" y="681037"/>
            <a:ext cx="11208773" cy="5926241"/>
            <a:chOff x="457200" y="228600"/>
            <a:chExt cx="8229600" cy="4465867"/>
          </a:xfrm>
        </p:grpSpPr>
        <p:sp>
          <p:nvSpPr>
            <p:cNvPr id="5" name="Text 0">
              <a:extLst>
                <a:ext uri="{FF2B5EF4-FFF2-40B4-BE49-F238E27FC236}">
                  <a16:creationId xmlns:a16="http://schemas.microsoft.com/office/drawing/2014/main" id="{3226D78F-EE71-F74E-944B-CFE623B0222E}"/>
                </a:ext>
              </a:extLst>
            </p:cNvPr>
            <p:cNvSpPr/>
            <p:nvPr/>
          </p:nvSpPr>
          <p:spPr>
            <a:xfrm>
              <a:off x="457200" y="228600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Architecture — Arborescence</a:t>
              </a:r>
              <a:endParaRPr lang="en-US" sz="3000" dirty="0"/>
            </a:p>
          </p:txBody>
        </p:sp>
        <p:sp>
          <p:nvSpPr>
            <p:cNvPr id="6" name="Shape 1">
              <a:extLst>
                <a:ext uri="{FF2B5EF4-FFF2-40B4-BE49-F238E27FC236}">
                  <a16:creationId xmlns:a16="http://schemas.microsoft.com/office/drawing/2014/main" id="{577DE67C-7F6D-8C48-8239-C44758076ACB}"/>
                </a:ext>
              </a:extLst>
            </p:cNvPr>
            <p:cNvSpPr/>
            <p:nvPr/>
          </p:nvSpPr>
          <p:spPr>
            <a:xfrm>
              <a:off x="457200" y="989448"/>
              <a:ext cx="4134653" cy="3705019"/>
            </a:xfrm>
            <a:prstGeom prst="roundRect">
              <a:avLst>
                <a:gd name="adj" fmla="val 2791"/>
              </a:avLst>
            </a:prstGeom>
            <a:solidFill>
              <a:srgbClr val="0F172A"/>
            </a:solidFill>
            <a:ln w="12700">
              <a:solidFill>
                <a:srgbClr val="1E293B"/>
              </a:solidFill>
              <a:prstDash val="solid"/>
            </a:ln>
            <a:effectLst>
              <a:outerShdw blurRad="101600" dist="381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EF2864C9-DE44-ED4A-9357-825EF953840B}"/>
                </a:ext>
              </a:extLst>
            </p:cNvPr>
            <p:cNvSpPr/>
            <p:nvPr/>
          </p:nvSpPr>
          <p:spPr>
            <a:xfrm>
              <a:off x="640080" y="1005840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F9731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Sow-Houleye-AfriTalent/</a:t>
              </a:r>
              <a:endParaRPr lang="en-US" sz="1100" dirty="0"/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C2476727-688D-BD4F-BEF7-33BE4DC68689}"/>
                </a:ext>
              </a:extLst>
            </p:cNvPr>
            <p:cNvSpPr/>
            <p:nvPr/>
          </p:nvSpPr>
          <p:spPr>
            <a:xfrm>
              <a:off x="640080" y="1261872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index.html</a:t>
              </a:r>
              <a:endParaRPr lang="en-US" sz="1100" dirty="0"/>
            </a:p>
          </p:txBody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7EA82A0E-3F9F-1D49-9F88-916BA2094C48}"/>
                </a:ext>
              </a:extLst>
            </p:cNvPr>
            <p:cNvSpPr/>
            <p:nvPr/>
          </p:nvSpPr>
          <p:spPr>
            <a:xfrm>
              <a:off x="640080" y="1517904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freelances.html</a:t>
              </a:r>
              <a:endParaRPr lang="en-US" sz="1100" dirty="0"/>
            </a:p>
          </p:txBody>
        </p:sp>
        <p:sp>
          <p:nvSpPr>
            <p:cNvPr id="10" name="Text 5">
              <a:extLst>
                <a:ext uri="{FF2B5EF4-FFF2-40B4-BE49-F238E27FC236}">
                  <a16:creationId xmlns:a16="http://schemas.microsoft.com/office/drawing/2014/main" id="{AA6A8827-AB22-8F41-A4A5-41A1D50DDA18}"/>
                </a:ext>
              </a:extLst>
            </p:cNvPr>
            <p:cNvSpPr/>
            <p:nvPr/>
          </p:nvSpPr>
          <p:spPr>
            <a:xfrm>
              <a:off x="640080" y="1773936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tarifs.html</a:t>
              </a:r>
              <a:endParaRPr lang="en-US" sz="1100" dirty="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EB41C9CD-0A91-E64A-BBD5-CAF0A95F2406}"/>
                </a:ext>
              </a:extLst>
            </p:cNvPr>
            <p:cNvSpPr/>
            <p:nvPr/>
          </p:nvSpPr>
          <p:spPr>
            <a:xfrm>
              <a:off x="640080" y="2029968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about.html</a:t>
              </a:r>
              <a:endParaRPr lang="en-US" sz="1100" dirty="0"/>
            </a:p>
          </p:txBody>
        </p:sp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73138CB2-F971-C242-A502-14C8127E5344}"/>
                </a:ext>
              </a:extLst>
            </p:cNvPr>
            <p:cNvSpPr/>
            <p:nvPr/>
          </p:nvSpPr>
          <p:spPr>
            <a:xfrm>
              <a:off x="640080" y="2286000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contact.html</a:t>
              </a:r>
              <a:endParaRPr lang="en-US" sz="1100" dirty="0"/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00D8A7B6-0333-994C-8476-6F6C8245E88C}"/>
                </a:ext>
              </a:extLst>
            </p:cNvPr>
            <p:cNvSpPr/>
            <p:nvPr/>
          </p:nvSpPr>
          <p:spPr>
            <a:xfrm>
              <a:off x="640080" y="2542032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B98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css/</a:t>
              </a:r>
              <a:endParaRPr lang="en-US" sz="11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BE607733-77C8-B14B-903F-D39DF989AAFF}"/>
                </a:ext>
              </a:extLst>
            </p:cNvPr>
            <p:cNvSpPr/>
            <p:nvPr/>
          </p:nvSpPr>
          <p:spPr>
            <a:xfrm>
              <a:off x="640080" y="2798064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│   └── style.css</a:t>
              </a:r>
              <a:endParaRPr lang="en-US" sz="1100" dirty="0"/>
            </a:p>
          </p:txBody>
        </p:sp>
        <p:sp>
          <p:nvSpPr>
            <p:cNvPr id="15" name="Text 10">
              <a:extLst>
                <a:ext uri="{FF2B5EF4-FFF2-40B4-BE49-F238E27FC236}">
                  <a16:creationId xmlns:a16="http://schemas.microsoft.com/office/drawing/2014/main" id="{CEDA2103-9927-8B42-9888-49A283214AF5}"/>
                </a:ext>
              </a:extLst>
            </p:cNvPr>
            <p:cNvSpPr/>
            <p:nvPr/>
          </p:nvSpPr>
          <p:spPr>
            <a:xfrm>
              <a:off x="640080" y="3054096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B98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js/</a:t>
              </a:r>
              <a:endParaRPr lang="en-US" sz="1100" dirty="0"/>
            </a:p>
          </p:txBody>
        </p:sp>
        <p:sp>
          <p:nvSpPr>
            <p:cNvPr id="16" name="Text 11">
              <a:extLst>
                <a:ext uri="{FF2B5EF4-FFF2-40B4-BE49-F238E27FC236}">
                  <a16:creationId xmlns:a16="http://schemas.microsoft.com/office/drawing/2014/main" id="{3064E234-1290-A345-8D82-DE2D3063BE17}"/>
                </a:ext>
              </a:extLst>
            </p:cNvPr>
            <p:cNvSpPr/>
            <p:nvPr/>
          </p:nvSpPr>
          <p:spPr>
            <a:xfrm>
              <a:off x="640080" y="3310128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│   └── main.js</a:t>
              </a:r>
              <a:endParaRPr lang="en-US" sz="1100" dirty="0"/>
            </a:p>
          </p:txBody>
        </p:sp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0D4A6252-7428-AE43-AFDB-AB226D6D7F4D}"/>
                </a:ext>
              </a:extLst>
            </p:cNvPr>
            <p:cNvSpPr/>
            <p:nvPr/>
          </p:nvSpPr>
          <p:spPr>
            <a:xfrm>
              <a:off x="640080" y="3566160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B98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images/</a:t>
              </a:r>
              <a:endParaRPr lang="en-US" sz="1100" dirty="0"/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A2F269AF-29CC-D14D-944D-A3301AF50C7D}"/>
                </a:ext>
              </a:extLst>
            </p:cNvPr>
            <p:cNvSpPr/>
            <p:nvPr/>
          </p:nvSpPr>
          <p:spPr>
            <a:xfrm>
              <a:off x="640080" y="3822192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0B981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├── docs/</a:t>
              </a:r>
              <a:endParaRPr lang="en-US" sz="1100" dirty="0"/>
            </a:p>
          </p:txBody>
        </p:sp>
        <p:sp>
          <p:nvSpPr>
            <p:cNvPr id="19" name="Text 14">
              <a:extLst>
                <a:ext uri="{FF2B5EF4-FFF2-40B4-BE49-F238E27FC236}">
                  <a16:creationId xmlns:a16="http://schemas.microsoft.com/office/drawing/2014/main" id="{97B1B857-D55A-2F4F-8ED4-A0CF8752FA4A}"/>
                </a:ext>
              </a:extLst>
            </p:cNvPr>
            <p:cNvSpPr/>
            <p:nvPr/>
          </p:nvSpPr>
          <p:spPr>
            <a:xfrm>
              <a:off x="640080" y="4078224"/>
              <a:ext cx="37490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└── README.md</a:t>
              </a:r>
              <a:endParaRPr lang="en-US" sz="1100" dirty="0"/>
            </a:p>
          </p:txBody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F36C3B72-EC04-744F-B762-ACE09D0BC865}"/>
                </a:ext>
              </a:extLst>
            </p:cNvPr>
            <p:cNvSpPr/>
            <p:nvPr/>
          </p:nvSpPr>
          <p:spPr>
            <a:xfrm>
              <a:off x="4846320" y="1051560"/>
              <a:ext cx="3840480" cy="594360"/>
            </a:xfrm>
            <a:prstGeom prst="roundRect">
              <a:avLst>
                <a:gd name="adj" fmla="val 12308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1" name="Text 16">
              <a:extLst>
                <a:ext uri="{FF2B5EF4-FFF2-40B4-BE49-F238E27FC236}">
                  <a16:creationId xmlns:a16="http://schemas.microsoft.com/office/drawing/2014/main" id="{193D2039-37B8-9342-814F-9B8B16B0EC97}"/>
                </a:ext>
              </a:extLst>
            </p:cNvPr>
            <p:cNvSpPr/>
            <p:nvPr/>
          </p:nvSpPr>
          <p:spPr>
            <a:xfrm>
              <a:off x="4983480" y="1143000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🏠</a:t>
              </a:r>
              <a:endParaRPr lang="en-US" sz="1800" dirty="0"/>
            </a:p>
          </p:txBody>
        </p:sp>
        <p:sp>
          <p:nvSpPr>
            <p:cNvPr id="22" name="Text 17">
              <a:extLst>
                <a:ext uri="{FF2B5EF4-FFF2-40B4-BE49-F238E27FC236}">
                  <a16:creationId xmlns:a16="http://schemas.microsoft.com/office/drawing/2014/main" id="{70A23A98-F9B1-DE4E-976B-7F9C9046BA7A}"/>
                </a:ext>
              </a:extLst>
            </p:cNvPr>
            <p:cNvSpPr/>
            <p:nvPr/>
          </p:nvSpPr>
          <p:spPr>
            <a:xfrm>
              <a:off x="5486400" y="1097280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index.html</a:t>
              </a:r>
              <a:endParaRPr lang="en-US" sz="1200" dirty="0"/>
            </a:p>
          </p:txBody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F9BDA894-4714-CA46-9BED-AE49117804BB}"/>
                </a:ext>
              </a:extLst>
            </p:cNvPr>
            <p:cNvSpPr/>
            <p:nvPr/>
          </p:nvSpPr>
          <p:spPr>
            <a:xfrm>
              <a:off x="5486400" y="1353312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Page d'accueil</a:t>
              </a:r>
              <a:endParaRPr lang="en-US" sz="1100" dirty="0"/>
            </a:p>
          </p:txBody>
        </p:sp>
        <p:sp>
          <p:nvSpPr>
            <p:cNvPr id="24" name="Shape 19">
              <a:extLst>
                <a:ext uri="{FF2B5EF4-FFF2-40B4-BE49-F238E27FC236}">
                  <a16:creationId xmlns:a16="http://schemas.microsoft.com/office/drawing/2014/main" id="{8004D42F-3D26-A84D-8AD5-4B8F6D77E1FC}"/>
                </a:ext>
              </a:extLst>
            </p:cNvPr>
            <p:cNvSpPr/>
            <p:nvPr/>
          </p:nvSpPr>
          <p:spPr>
            <a:xfrm>
              <a:off x="4846320" y="1764792"/>
              <a:ext cx="3840480" cy="594360"/>
            </a:xfrm>
            <a:prstGeom prst="roundRect">
              <a:avLst>
                <a:gd name="adj" fmla="val 12308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5" name="Text 20">
              <a:extLst>
                <a:ext uri="{FF2B5EF4-FFF2-40B4-BE49-F238E27FC236}">
                  <a16:creationId xmlns:a16="http://schemas.microsoft.com/office/drawing/2014/main" id="{A23B10E0-B0A6-034E-9D11-0A3063A316DD}"/>
                </a:ext>
              </a:extLst>
            </p:cNvPr>
            <p:cNvSpPr/>
            <p:nvPr/>
          </p:nvSpPr>
          <p:spPr>
            <a:xfrm>
              <a:off x="4983480" y="1856232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👤</a:t>
              </a:r>
              <a:endParaRPr lang="en-US" sz="1800" dirty="0"/>
            </a:p>
          </p:txBody>
        </p:sp>
        <p:sp>
          <p:nvSpPr>
            <p:cNvPr id="26" name="Text 21">
              <a:extLst>
                <a:ext uri="{FF2B5EF4-FFF2-40B4-BE49-F238E27FC236}">
                  <a16:creationId xmlns:a16="http://schemas.microsoft.com/office/drawing/2014/main" id="{088AEFD4-7C87-B245-A1E7-6B93F782DF1C}"/>
                </a:ext>
              </a:extLst>
            </p:cNvPr>
            <p:cNvSpPr/>
            <p:nvPr/>
          </p:nvSpPr>
          <p:spPr>
            <a:xfrm>
              <a:off x="5486400" y="1810512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freelances.html</a:t>
              </a:r>
              <a:endParaRPr lang="en-US" sz="1200" dirty="0"/>
            </a:p>
          </p:txBody>
        </p:sp>
        <p:sp>
          <p:nvSpPr>
            <p:cNvPr id="27" name="Text 22">
              <a:extLst>
                <a:ext uri="{FF2B5EF4-FFF2-40B4-BE49-F238E27FC236}">
                  <a16:creationId xmlns:a16="http://schemas.microsoft.com/office/drawing/2014/main" id="{EE3A0E4A-C37B-5942-B2A1-C02601E98000}"/>
                </a:ext>
              </a:extLst>
            </p:cNvPr>
            <p:cNvSpPr/>
            <p:nvPr/>
          </p:nvSpPr>
          <p:spPr>
            <a:xfrm>
              <a:off x="5486400" y="2066544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Catalogue freelances</a:t>
              </a:r>
              <a:endParaRPr lang="en-US" sz="1100" dirty="0"/>
            </a:p>
          </p:txBody>
        </p:sp>
        <p:sp>
          <p:nvSpPr>
            <p:cNvPr id="28" name="Shape 23">
              <a:extLst>
                <a:ext uri="{FF2B5EF4-FFF2-40B4-BE49-F238E27FC236}">
                  <a16:creationId xmlns:a16="http://schemas.microsoft.com/office/drawing/2014/main" id="{A6F7E6A7-2E85-1440-BD89-1C643FB989B8}"/>
                </a:ext>
              </a:extLst>
            </p:cNvPr>
            <p:cNvSpPr/>
            <p:nvPr/>
          </p:nvSpPr>
          <p:spPr>
            <a:xfrm>
              <a:off x="4846320" y="2478024"/>
              <a:ext cx="3840480" cy="594360"/>
            </a:xfrm>
            <a:prstGeom prst="roundRect">
              <a:avLst>
                <a:gd name="adj" fmla="val 12308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29" name="Text 24">
              <a:extLst>
                <a:ext uri="{FF2B5EF4-FFF2-40B4-BE49-F238E27FC236}">
                  <a16:creationId xmlns:a16="http://schemas.microsoft.com/office/drawing/2014/main" id="{CBE84919-1563-9D49-83F2-102AF7771AE7}"/>
                </a:ext>
              </a:extLst>
            </p:cNvPr>
            <p:cNvSpPr/>
            <p:nvPr/>
          </p:nvSpPr>
          <p:spPr>
            <a:xfrm>
              <a:off x="4983480" y="2569464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💰</a:t>
              </a:r>
              <a:endParaRPr lang="en-US" sz="1800" dirty="0"/>
            </a:p>
          </p:txBody>
        </p:sp>
        <p:sp>
          <p:nvSpPr>
            <p:cNvPr id="30" name="Text 25">
              <a:extLst>
                <a:ext uri="{FF2B5EF4-FFF2-40B4-BE49-F238E27FC236}">
                  <a16:creationId xmlns:a16="http://schemas.microsoft.com/office/drawing/2014/main" id="{EEED3815-B514-2E4A-9823-E04F1D62CFBD}"/>
                </a:ext>
              </a:extLst>
            </p:cNvPr>
            <p:cNvSpPr/>
            <p:nvPr/>
          </p:nvSpPr>
          <p:spPr>
            <a:xfrm>
              <a:off x="5486400" y="2523744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tarifs.html</a:t>
              </a:r>
              <a:endParaRPr lang="en-US" sz="1200" dirty="0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DA14DB04-C37D-FE48-A751-BDB950E1C6F1}"/>
                </a:ext>
              </a:extLst>
            </p:cNvPr>
            <p:cNvSpPr/>
            <p:nvPr/>
          </p:nvSpPr>
          <p:spPr>
            <a:xfrm>
              <a:off x="5486400" y="2779776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Plans &amp; tarification</a:t>
              </a:r>
              <a:endParaRPr lang="en-US" sz="1100" dirty="0"/>
            </a:p>
          </p:txBody>
        </p:sp>
        <p:sp>
          <p:nvSpPr>
            <p:cNvPr id="32" name="Shape 27">
              <a:extLst>
                <a:ext uri="{FF2B5EF4-FFF2-40B4-BE49-F238E27FC236}">
                  <a16:creationId xmlns:a16="http://schemas.microsoft.com/office/drawing/2014/main" id="{2EB735AD-686D-FD46-B764-99139F7E6E3D}"/>
                </a:ext>
              </a:extLst>
            </p:cNvPr>
            <p:cNvSpPr/>
            <p:nvPr/>
          </p:nvSpPr>
          <p:spPr>
            <a:xfrm>
              <a:off x="4846320" y="3191256"/>
              <a:ext cx="3840480" cy="594360"/>
            </a:xfrm>
            <a:prstGeom prst="roundRect">
              <a:avLst>
                <a:gd name="adj" fmla="val 12308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A7EF34C9-619C-654B-B1DC-5302E4B83ACE}"/>
                </a:ext>
              </a:extLst>
            </p:cNvPr>
            <p:cNvSpPr/>
            <p:nvPr/>
          </p:nvSpPr>
          <p:spPr>
            <a:xfrm>
              <a:off x="4983480" y="3282696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ℹ️</a:t>
              </a:r>
              <a:endParaRPr lang="en-US" sz="1800" dirty="0"/>
            </a:p>
          </p:txBody>
        </p:sp>
        <p:sp>
          <p:nvSpPr>
            <p:cNvPr id="34" name="Text 29">
              <a:extLst>
                <a:ext uri="{FF2B5EF4-FFF2-40B4-BE49-F238E27FC236}">
                  <a16:creationId xmlns:a16="http://schemas.microsoft.com/office/drawing/2014/main" id="{530E4244-67FC-024C-9682-EE2F99FE7690}"/>
                </a:ext>
              </a:extLst>
            </p:cNvPr>
            <p:cNvSpPr/>
            <p:nvPr/>
          </p:nvSpPr>
          <p:spPr>
            <a:xfrm>
              <a:off x="5486400" y="3236976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about.html</a:t>
              </a:r>
              <a:endParaRPr lang="en-US" sz="1200" dirty="0"/>
            </a:p>
          </p:txBody>
        </p:sp>
        <p:sp>
          <p:nvSpPr>
            <p:cNvPr id="35" name="Text 30">
              <a:extLst>
                <a:ext uri="{FF2B5EF4-FFF2-40B4-BE49-F238E27FC236}">
                  <a16:creationId xmlns:a16="http://schemas.microsoft.com/office/drawing/2014/main" id="{49177648-0F2D-3D41-B376-2E89FE8E2462}"/>
                </a:ext>
              </a:extLst>
            </p:cNvPr>
            <p:cNvSpPr/>
            <p:nvPr/>
          </p:nvSpPr>
          <p:spPr>
            <a:xfrm>
              <a:off x="5486400" y="3493008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À propos</a:t>
              </a:r>
              <a:endParaRPr lang="en-US" sz="1100" dirty="0"/>
            </a:p>
          </p:txBody>
        </p:sp>
        <p:sp>
          <p:nvSpPr>
            <p:cNvPr id="36" name="Shape 31">
              <a:extLst>
                <a:ext uri="{FF2B5EF4-FFF2-40B4-BE49-F238E27FC236}">
                  <a16:creationId xmlns:a16="http://schemas.microsoft.com/office/drawing/2014/main" id="{2C9452F3-B692-4F41-B11E-5C23C0F18B31}"/>
                </a:ext>
              </a:extLst>
            </p:cNvPr>
            <p:cNvSpPr/>
            <p:nvPr/>
          </p:nvSpPr>
          <p:spPr>
            <a:xfrm>
              <a:off x="4846320" y="3904488"/>
              <a:ext cx="3840480" cy="594360"/>
            </a:xfrm>
            <a:prstGeom prst="roundRect">
              <a:avLst>
                <a:gd name="adj" fmla="val 12308"/>
              </a:avLst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983C262B-3F72-EB4C-ADDF-72D205E37718}"/>
                </a:ext>
              </a:extLst>
            </p:cNvPr>
            <p:cNvSpPr/>
            <p:nvPr/>
          </p:nvSpPr>
          <p:spPr>
            <a:xfrm>
              <a:off x="4983480" y="3995928"/>
              <a:ext cx="4572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dirty="0">
                  <a:solidFill>
                    <a:srgbClr val="000000"/>
                  </a:solidFill>
                </a:rPr>
                <a:t>✉️</a:t>
              </a:r>
              <a:endParaRPr lang="en-US" sz="1800" dirty="0"/>
            </a:p>
          </p:txBody>
        </p:sp>
        <p:sp>
          <p:nvSpPr>
            <p:cNvPr id="38" name="Text 33">
              <a:extLst>
                <a:ext uri="{FF2B5EF4-FFF2-40B4-BE49-F238E27FC236}">
                  <a16:creationId xmlns:a16="http://schemas.microsoft.com/office/drawing/2014/main" id="{8090AC49-8EB9-3745-85BD-4E045DE87855}"/>
                </a:ext>
              </a:extLst>
            </p:cNvPr>
            <p:cNvSpPr/>
            <p:nvPr/>
          </p:nvSpPr>
          <p:spPr>
            <a:xfrm>
              <a:off x="5486400" y="3950208"/>
              <a:ext cx="3017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9731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contact.html</a:t>
              </a:r>
              <a:endParaRPr lang="en-US" sz="1200" dirty="0"/>
            </a:p>
          </p:txBody>
        </p:sp>
        <p:sp>
          <p:nvSpPr>
            <p:cNvPr id="39" name="Text 34">
              <a:extLst>
                <a:ext uri="{FF2B5EF4-FFF2-40B4-BE49-F238E27FC236}">
                  <a16:creationId xmlns:a16="http://schemas.microsoft.com/office/drawing/2014/main" id="{5FB896A4-509E-4144-8B98-1E85AE413234}"/>
                </a:ext>
              </a:extLst>
            </p:cNvPr>
            <p:cNvSpPr/>
            <p:nvPr/>
          </p:nvSpPr>
          <p:spPr>
            <a:xfrm>
              <a:off x="5486400" y="4206240"/>
              <a:ext cx="30175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Contact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29728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fonctionnalités JavaScript vanilla</a:t>
            </a:r>
            <a:endParaRPr lang="en-US" sz="1867" dirty="0"/>
          </a:p>
        </p:txBody>
      </p:sp>
      <p:sp>
        <p:nvSpPr>
          <p:cNvPr id="4" name="Shape 2"/>
          <p:cNvSpPr/>
          <p:nvPr/>
        </p:nvSpPr>
        <p:spPr>
          <a:xfrm>
            <a:off x="487680" y="15849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0560" y="17068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🌙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1402080" y="16459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1402080" y="20482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navbar + localStorage pour persister entre les pages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487680" y="28041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0560" y="29260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🔢</a:t>
            </a:r>
            <a:endParaRPr lang="en-US" sz="2933" dirty="0"/>
          </a:p>
        </p:txBody>
      </p:sp>
      <p:sp>
        <p:nvSpPr>
          <p:cNvPr id="10" name="Text 8"/>
          <p:cNvSpPr/>
          <p:nvPr/>
        </p:nvSpPr>
        <p:spPr>
          <a:xfrm>
            <a:off x="1402080" y="28651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402080" y="32674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0 à la valeur cible au scroll avec IntersectionObserver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87680" y="40233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0560" y="41452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🔍</a:t>
            </a:r>
            <a:endParaRPr lang="en-US" sz="2933" dirty="0"/>
          </a:p>
        </p:txBody>
      </p:sp>
      <p:sp>
        <p:nvSpPr>
          <p:cNvPr id="14" name="Text 12"/>
          <p:cNvSpPr/>
          <p:nvPr/>
        </p:nvSpPr>
        <p:spPr>
          <a:xfrm>
            <a:off x="1402080" y="40843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dynamique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1402080" y="44866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freelances filtrées par catégorie sans rechargement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87680" y="52425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0560" y="53644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✅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1402080" y="53035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formulaire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1402080" y="57058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email, messages d'erreur, retour visuel vert/rouge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6339840" y="15849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22720" y="17068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📌</a:t>
            </a:r>
            <a:endParaRPr lang="en-US" sz="2933" dirty="0"/>
          </a:p>
        </p:txBody>
      </p:sp>
      <p:sp>
        <p:nvSpPr>
          <p:cNvPr id="22" name="Text 20"/>
          <p:cNvSpPr/>
          <p:nvPr/>
        </p:nvSpPr>
        <p:spPr>
          <a:xfrm>
            <a:off x="7254240" y="16459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dynamique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7254240" y="20482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style et effet shrink au défilement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339840" y="28041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22720" y="29260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⬆️</a:t>
            </a:r>
            <a:endParaRPr lang="en-US" sz="2933" dirty="0"/>
          </a:p>
        </p:txBody>
      </p:sp>
      <p:sp>
        <p:nvSpPr>
          <p:cNvPr id="26" name="Text 24"/>
          <p:cNvSpPr/>
          <p:nvPr/>
        </p:nvSpPr>
        <p:spPr>
          <a:xfrm>
            <a:off x="7254240" y="28651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en haut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7254240" y="32674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apparaît au scroll, remonte en smooth scroll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6339840" y="4023360"/>
            <a:ext cx="5486400" cy="97536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22720" y="414528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✨</a:t>
            </a:r>
            <a:endParaRPr lang="en-US" sz="2933" dirty="0"/>
          </a:p>
        </p:txBody>
      </p:sp>
      <p:sp>
        <p:nvSpPr>
          <p:cNvPr id="30" name="Text 28"/>
          <p:cNvSpPr/>
          <p:nvPr/>
        </p:nvSpPr>
        <p:spPr>
          <a:xfrm>
            <a:off x="7254240" y="4084320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7254240" y="44866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révélées en fondu avec IntersectionObserver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Bootstrap &amp; CSS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7680" y="1219200"/>
            <a:ext cx="5364480" cy="512064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4020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2667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 (menu hamburger)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731520" y="29870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Carousel, Accordion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731520" y="3779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Bootstrap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: col-12 / col-md-6 / col-lg-4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731520" y="53644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utilitaires (badges, alerts)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6339840" y="1219200"/>
            <a:ext cx="5364480" cy="512064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4020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2667" dirty="0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 Grid asymétrique (CSS Grid)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583680" y="29870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variables CSS dans :root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6583680" y="3779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transitions hover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6583680" y="45720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: 375px / 768px / 1200px+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6583680" y="53644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7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: Poppins + Nunito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7680" y="1219200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3984" y="1341120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6550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706880" y="1365504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du dépôt et structure HTML de base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487680" y="2279904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" y="2401824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426208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1706880" y="2426208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3340608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984" y="3462528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4869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1706880" y="3486912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 et styles de base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87680" y="4401312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84" y="4523232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45476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1706880" y="4547616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effets hover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5462016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984" y="5583936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5608320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706880" y="5608320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design mobile et tablette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339840" y="1219200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6144" y="1341120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1365504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7559040" y="1365504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dynamique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339840" y="2279904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6144" y="2401824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2426208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30" name="Text 28"/>
          <p:cNvSpPr/>
          <p:nvPr/>
        </p:nvSpPr>
        <p:spPr>
          <a:xfrm>
            <a:off x="7559040" y="2426208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 et animations fade-in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6339840" y="3340608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0F2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6144" y="3462528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34869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67" dirty="0"/>
          </a:p>
        </p:txBody>
      </p:sp>
      <p:sp>
        <p:nvSpPr>
          <p:cNvPr id="34" name="Text 32"/>
          <p:cNvSpPr/>
          <p:nvPr/>
        </p:nvSpPr>
        <p:spPr>
          <a:xfrm>
            <a:off x="7559040" y="3486912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freelances et validation formulaire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6339840" y="4401312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6144" y="4523232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32320" y="45476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67" dirty="0"/>
          </a:p>
        </p:txBody>
      </p:sp>
      <p:sp>
        <p:nvSpPr>
          <p:cNvPr id="38" name="Text 36"/>
          <p:cNvSpPr/>
          <p:nvPr/>
        </p:nvSpPr>
        <p:spPr>
          <a:xfrm>
            <a:off x="7559040" y="4547616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 et commentaires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6339840" y="5462016"/>
            <a:ext cx="5486400" cy="877824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86144" y="5583936"/>
            <a:ext cx="6096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32320" y="5608320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67" dirty="0"/>
          </a:p>
        </p:txBody>
      </p:sp>
      <p:sp>
        <p:nvSpPr>
          <p:cNvPr id="42" name="Text 40"/>
          <p:cNvSpPr/>
          <p:nvPr/>
        </p:nvSpPr>
        <p:spPr>
          <a:xfrm>
            <a:off x="7559040" y="5608320"/>
            <a:ext cx="408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et README finalisé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&amp; Solutions</a:t>
            </a:r>
            <a:endParaRPr lang="en-US" sz="3733" dirty="0"/>
          </a:p>
        </p:txBody>
      </p:sp>
      <p:sp>
        <p:nvSpPr>
          <p:cNvPr id="3" name="Shape 1"/>
          <p:cNvSpPr/>
          <p:nvPr/>
        </p:nvSpPr>
        <p:spPr>
          <a:xfrm>
            <a:off x="487680" y="1280160"/>
            <a:ext cx="11216640" cy="237744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70560" y="1463040"/>
            <a:ext cx="670560" cy="67056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560" y="146304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999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des cartes avec display:none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72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cartes filtrées disparaissaient brutalement sans aucune animation, car CSS ne peut pas animer la propriété display.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82240"/>
            <a:ext cx="10607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display:none par opacity + transform + pointer-events:none. Les cartes restent dans le flux mais deviennent invisibles, ce qui permet les transitions fluides.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7680" y="3901440"/>
            <a:ext cx="11216640" cy="237744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560" y="4084320"/>
            <a:ext cx="670560" cy="67056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560" y="40843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463040" y="4084320"/>
            <a:ext cx="9997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la regex de validation email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46939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L'expression régulière /^[^\s@]+@[^\s@]+\.[^\s@]+$/ était difficile à lire et à comprendre au premier abord.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303520"/>
            <a:ext cx="106070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la regex caractère par caractère : ^ (début), [^\s@]+ (caractères sans espace ni @), @ (arobase obligatoire), \. (point), $ (fin). Une fois la logique comprise, facile à réutiliser.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7680" y="128016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70560" y="140208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📖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1438656" y="137769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1438656" y="179222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HTML, CSS, JavaScript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339840" y="128016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22720" y="140208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🅱️</a:t>
            </a:r>
            <a:endParaRPr lang="en-US" sz="2933" dirty="0"/>
          </a:p>
        </p:txBody>
      </p:sp>
      <p:sp>
        <p:nvSpPr>
          <p:cNvPr id="9" name="Text 7"/>
          <p:cNvSpPr/>
          <p:nvPr/>
        </p:nvSpPr>
        <p:spPr>
          <a:xfrm>
            <a:off x="7290816" y="137769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733" dirty="0"/>
          </a:p>
        </p:txBody>
      </p:sp>
      <p:sp>
        <p:nvSpPr>
          <p:cNvPr id="10" name="Text 8"/>
          <p:cNvSpPr/>
          <p:nvPr/>
        </p:nvSpPr>
        <p:spPr>
          <a:xfrm>
            <a:off x="7290816" y="179222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&amp; système de grille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87680" y="256032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560" y="268224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🔤</a:t>
            </a:r>
            <a:endParaRPr lang="en-US" sz="2933" dirty="0"/>
          </a:p>
        </p:txBody>
      </p:sp>
      <p:sp>
        <p:nvSpPr>
          <p:cNvPr id="13" name="Text 11"/>
          <p:cNvSpPr/>
          <p:nvPr/>
        </p:nvSpPr>
        <p:spPr>
          <a:xfrm>
            <a:off x="1438656" y="26578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1438656" y="307238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&amp; Nunito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339840" y="256032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22720" y="268224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🎨</a:t>
            </a:r>
            <a:endParaRPr lang="en-US" sz="2933" dirty="0"/>
          </a:p>
        </p:txBody>
      </p:sp>
      <p:sp>
        <p:nvSpPr>
          <p:cNvPr id="17" name="Text 15"/>
          <p:cNvSpPr/>
          <p:nvPr/>
        </p:nvSpPr>
        <p:spPr>
          <a:xfrm>
            <a:off x="7290816" y="265785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7290816" y="307238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icônes du projet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384048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0560" y="396240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✔️</a:t>
            </a:r>
            <a:endParaRPr lang="en-US" sz="2933" dirty="0"/>
          </a:p>
        </p:txBody>
      </p:sp>
      <p:sp>
        <p:nvSpPr>
          <p:cNvPr id="21" name="Text 19"/>
          <p:cNvSpPr/>
          <p:nvPr/>
        </p:nvSpPr>
        <p:spPr>
          <a:xfrm>
            <a:off x="1438656" y="393801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1438656" y="435254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HTML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339840" y="384048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22720" y="396240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🖼️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7290816" y="393801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/ Pexels</a:t>
            </a:r>
            <a:endParaRPr lang="en-US" sz="1733" dirty="0"/>
          </a:p>
        </p:txBody>
      </p:sp>
      <p:sp>
        <p:nvSpPr>
          <p:cNvPr id="26" name="Text 24"/>
          <p:cNvSpPr/>
          <p:nvPr/>
        </p:nvSpPr>
        <p:spPr>
          <a:xfrm>
            <a:off x="7290816" y="435254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libres de droits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487680" y="512064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0560" y="524256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💡</a:t>
            </a:r>
            <a:endParaRPr lang="en-US" sz="2933" dirty="0"/>
          </a:p>
        </p:txBody>
      </p:sp>
      <p:sp>
        <p:nvSpPr>
          <p:cNvPr id="29" name="Text 27"/>
          <p:cNvSpPr/>
          <p:nvPr/>
        </p:nvSpPr>
        <p:spPr>
          <a:xfrm>
            <a:off x="1438656" y="521817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</a:t>
            </a:r>
            <a:endParaRPr lang="en-US" sz="1733" dirty="0"/>
          </a:p>
        </p:txBody>
      </p:sp>
      <p:sp>
        <p:nvSpPr>
          <p:cNvPr id="30" name="Text 28"/>
          <p:cNvSpPr/>
          <p:nvPr/>
        </p:nvSpPr>
        <p:spPr>
          <a:xfrm>
            <a:off x="1438656" y="563270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Flexbox, Grid, CSS avancé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6339840" y="5120640"/>
            <a:ext cx="5486400" cy="103632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22720" y="5242560"/>
            <a:ext cx="67056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dirty="0">
                <a:solidFill>
                  <a:srgbClr val="000000"/>
                </a:solidFill>
              </a:rPr>
              <a:t>🌟</a:t>
            </a:r>
            <a:endParaRPr lang="en-US" sz="2933" dirty="0"/>
          </a:p>
        </p:txBody>
      </p:sp>
      <p:sp>
        <p:nvSpPr>
          <p:cNvPr id="33" name="Text 31"/>
          <p:cNvSpPr/>
          <p:nvPr/>
        </p:nvSpPr>
        <p:spPr>
          <a:xfrm>
            <a:off x="7290816" y="5218176"/>
            <a:ext cx="432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Awwwards / Dribbble</a:t>
            </a:r>
            <a:endParaRPr lang="en-US" sz="1733" dirty="0"/>
          </a:p>
        </p:txBody>
      </p:sp>
      <p:sp>
        <p:nvSpPr>
          <p:cNvPr id="34" name="Text 32"/>
          <p:cNvSpPr/>
          <p:nvPr/>
        </p:nvSpPr>
        <p:spPr>
          <a:xfrm>
            <a:off x="7290816" y="5632704"/>
            <a:ext cx="4328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design web 2026</a:t>
            </a:r>
            <a:endParaRPr lang="en-US" sz="1467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19200" y="-1219200"/>
            <a:ext cx="6096000" cy="60960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F9731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32960" y="975360"/>
            <a:ext cx="304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0" dirty="0">
                <a:solidFill>
                  <a:srgbClr val="000000"/>
                </a:solidFill>
              </a:rPr>
              <a:t>🎬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19200" y="2804160"/>
            <a:ext cx="97536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Démonstration Live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19200" y="37185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site </a:t>
            </a:r>
            <a:r>
              <a:rPr lang="en-US" sz="2933" dirty="0" err="1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2933" dirty="0">
              <a:solidFill>
                <a:srgbClr val="F9731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4572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Navigation entre les 5 pages       ▸  Dark Mode       ▸  Filtrage des freelances       ▸  Validation du formulaire       ▸  Responsive mobile</a:t>
            </a:r>
            <a:endParaRPr lang="en-US" sz="1467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632E70F-3D49-2345-934F-3DC1E6B7D766}"/>
              </a:ext>
            </a:extLst>
          </p:cNvPr>
          <p:cNvSpPr txBox="1"/>
          <p:nvPr/>
        </p:nvSpPr>
        <p:spPr>
          <a:xfrm>
            <a:off x="5519057" y="432816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hlinkClick r:id="rId3"/>
              </a:rPr>
              <a:t>📹</a:t>
            </a:r>
            <a:endParaRPr lang="fr-FR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400" y="3657600"/>
            <a:ext cx="4876800" cy="487680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304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5364480" cy="512064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020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m'a permis de maîtriser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&amp; accessibilité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870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 (Grid, Flexbox, animations)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79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vanilla (DOM, événements)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&amp; ses composants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644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pour le versioning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9840" y="1219200"/>
            <a:ext cx="5364480" cy="512064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4020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Node.js / PHP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98704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des freelances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377952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recherche avancé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457200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 intégré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5364480"/>
            <a:ext cx="4876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React Native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38400" y="-2438400"/>
            <a:ext cx="8534400" cy="85344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4400" y="3048000"/>
            <a:ext cx="6096000" cy="60960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82880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5067" dirty="0"/>
          </a:p>
        </p:txBody>
      </p:sp>
      <p:sp>
        <p:nvSpPr>
          <p:cNvPr id="5" name="Shape 3"/>
          <p:cNvSpPr/>
          <p:nvPr/>
        </p:nvSpPr>
        <p:spPr>
          <a:xfrm>
            <a:off x="4267200" y="3169920"/>
            <a:ext cx="3657600" cy="60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Houleye Sow</a:t>
            </a:r>
            <a:endParaRPr lang="en-US" sz="2667" dirty="0"/>
          </a:p>
        </p:txBody>
      </p:sp>
      <p:sp>
        <p:nvSpPr>
          <p:cNvPr id="7" name="Text 5"/>
          <p:cNvSpPr/>
          <p:nvPr/>
        </p:nvSpPr>
        <p:spPr>
          <a:xfrm>
            <a:off x="609600" y="40233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Data Science &amp; Big Data — ISI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600" y="49987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933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0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899</Words>
  <Application>Microsoft Macintosh PowerPoint</Application>
  <PresentationFormat>Grand écran</PresentationFormat>
  <Paragraphs>245</Paragraphs>
  <Slides>17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Abadi MT Condensed Extra Bold</vt:lpstr>
      <vt:lpstr>Apple Symbols</vt:lpstr>
      <vt:lpstr>Arial</vt:lpstr>
      <vt:lpstr>Calibri</vt:lpstr>
      <vt:lpstr>Calibri Light</vt:lpstr>
      <vt:lpstr>Courier New</vt:lpstr>
      <vt:lpstr>Thème Office</vt:lpstr>
      <vt:lpstr>Sommaires</vt:lpstr>
      <vt:lpstr>Sommaires</vt:lpstr>
      <vt:lpstr>Présentation du projet</vt:lpstr>
      <vt:lpstr>Présentation du projet</vt:lpstr>
      <vt:lpstr>Présentation du 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Sommaires</dc:title>
  <dc:creator>Microsoft Office User</dc:creator>
  <cp:lastModifiedBy>Microsoft Office User</cp:lastModifiedBy>
  <cp:revision>6</cp:revision>
  <dcterms:created xsi:type="dcterms:W3CDTF">2026-06-22T18:15:12Z</dcterms:created>
  <dcterms:modified xsi:type="dcterms:W3CDTF">2026-06-23T13:49:28Z</dcterms:modified>
</cp:coreProperties>
</file>